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4" r:id="rId4"/>
    <p:sldMasterId id="214748371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Englebert"/>
      <p:regular r:id="rId23"/>
    </p:embeddedFont>
    <p:embeddedFont>
      <p:font typeface="Fredoka"/>
      <p:regular r:id="rId24"/>
      <p:bold r:id="rId25"/>
    </p:embeddedFont>
    <p:embeddedFont>
      <p:font typeface="Sintony"/>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Fredoka-regular.fntdata"/><Relationship Id="rId23" Type="http://schemas.openxmlformats.org/officeDocument/2006/relationships/font" Target="fonts/Englebert-regular.fntdata"/><Relationship Id="rId26" Type="http://schemas.openxmlformats.org/officeDocument/2006/relationships/font" Target="fonts/Sintony-regular.fntdata"/><Relationship Id="rId25" Type="http://schemas.openxmlformats.org/officeDocument/2006/relationships/font" Target="fonts/Fredoka-bold.fntdata"/><Relationship Id="rId27" Type="http://schemas.openxmlformats.org/officeDocument/2006/relationships/font" Target="fonts/Sintony-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0" name="Shape 2220"/>
        <p:cNvGrpSpPr/>
        <p:nvPr/>
      </p:nvGrpSpPr>
      <p:grpSpPr>
        <a:xfrm>
          <a:off x="0" y="0"/>
          <a:ext cx="0" cy="0"/>
          <a:chOff x="0" y="0"/>
          <a:chExt cx="0" cy="0"/>
        </a:xfrm>
      </p:grpSpPr>
      <p:sp>
        <p:nvSpPr>
          <p:cNvPr id="2221" name="Google Shape;2221;SLIDES_API93713139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2" name="Google Shape;2222;SLIDES_API93713139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8" name="Shape 2228"/>
        <p:cNvGrpSpPr/>
        <p:nvPr/>
      </p:nvGrpSpPr>
      <p:grpSpPr>
        <a:xfrm>
          <a:off x="0" y="0"/>
          <a:ext cx="0" cy="0"/>
          <a:chOff x="0" y="0"/>
          <a:chExt cx="0" cy="0"/>
        </a:xfrm>
      </p:grpSpPr>
      <p:sp>
        <p:nvSpPr>
          <p:cNvPr id="2229" name="Google Shape;2229;SLIDES_API93713139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0" name="Google Shape;2230;SLIDES_API93713139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6" name="Shape 2236"/>
        <p:cNvGrpSpPr/>
        <p:nvPr/>
      </p:nvGrpSpPr>
      <p:grpSpPr>
        <a:xfrm>
          <a:off x="0" y="0"/>
          <a:ext cx="0" cy="0"/>
          <a:chOff x="0" y="0"/>
          <a:chExt cx="0" cy="0"/>
        </a:xfrm>
      </p:grpSpPr>
      <p:sp>
        <p:nvSpPr>
          <p:cNvPr id="2237" name="Google Shape;2237;SLIDES_API93713139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8" name="Google Shape;2238;SLIDES_API93713139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SLIDES_API93713139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5" name="Google Shape;2245;SLIDES_API93713139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0" name="Shape 2250"/>
        <p:cNvGrpSpPr/>
        <p:nvPr/>
      </p:nvGrpSpPr>
      <p:grpSpPr>
        <a:xfrm>
          <a:off x="0" y="0"/>
          <a:ext cx="0" cy="0"/>
          <a:chOff x="0" y="0"/>
          <a:chExt cx="0" cy="0"/>
        </a:xfrm>
      </p:grpSpPr>
      <p:sp>
        <p:nvSpPr>
          <p:cNvPr id="2251" name="Google Shape;2251;SLIDES_API93713139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2" name="Google Shape;2252;SLIDES_API93713139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7" name="Shape 2257"/>
        <p:cNvGrpSpPr/>
        <p:nvPr/>
      </p:nvGrpSpPr>
      <p:grpSpPr>
        <a:xfrm>
          <a:off x="0" y="0"/>
          <a:ext cx="0" cy="0"/>
          <a:chOff x="0" y="0"/>
          <a:chExt cx="0" cy="0"/>
        </a:xfrm>
      </p:grpSpPr>
      <p:sp>
        <p:nvSpPr>
          <p:cNvPr id="2258" name="Google Shape;2258;SLIDES_API93713139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9" name="Google Shape;2259;SLIDES_API93713139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SLIDES_API93713139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7" name="Google Shape;2267;SLIDES_API93713139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SLIDES_API93713139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5" name="Google Shape;2275;SLIDES_API93713139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0" name="Shape 2280"/>
        <p:cNvGrpSpPr/>
        <p:nvPr/>
      </p:nvGrpSpPr>
      <p:grpSpPr>
        <a:xfrm>
          <a:off x="0" y="0"/>
          <a:ext cx="0" cy="0"/>
          <a:chOff x="0" y="0"/>
          <a:chExt cx="0" cy="0"/>
        </a:xfrm>
      </p:grpSpPr>
      <p:sp>
        <p:nvSpPr>
          <p:cNvPr id="2281" name="Google Shape;2281;SLIDES_API93713139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2" name="Google Shape;2282;SLIDES_API93713139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8" name="Shape 2288"/>
        <p:cNvGrpSpPr/>
        <p:nvPr/>
      </p:nvGrpSpPr>
      <p:grpSpPr>
        <a:xfrm>
          <a:off x="0" y="0"/>
          <a:ext cx="0" cy="0"/>
          <a:chOff x="0" y="0"/>
          <a:chExt cx="0" cy="0"/>
        </a:xfrm>
      </p:grpSpPr>
      <p:sp>
        <p:nvSpPr>
          <p:cNvPr id="2289" name="Google Shape;2289;SLIDES_API93713139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0" name="Google Shape;2290;SLIDES_API93713139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5" name="Shape 2295"/>
        <p:cNvGrpSpPr/>
        <p:nvPr/>
      </p:nvGrpSpPr>
      <p:grpSpPr>
        <a:xfrm>
          <a:off x="0" y="0"/>
          <a:ext cx="0" cy="0"/>
          <a:chOff x="0" y="0"/>
          <a:chExt cx="0" cy="0"/>
        </a:xfrm>
      </p:grpSpPr>
      <p:sp>
        <p:nvSpPr>
          <p:cNvPr id="2296" name="Google Shape;2296;SLIDES_API93713139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7" name="Google Shape;2297;SLIDES_API93713139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SLIDES_API937131392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4" name="Google Shape;2304;SLIDES_API93713139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9" name="Shape 2309"/>
        <p:cNvGrpSpPr/>
        <p:nvPr/>
      </p:nvGrpSpPr>
      <p:grpSpPr>
        <a:xfrm>
          <a:off x="0" y="0"/>
          <a:ext cx="0" cy="0"/>
          <a:chOff x="0" y="0"/>
          <a:chExt cx="0" cy="0"/>
        </a:xfrm>
      </p:grpSpPr>
      <p:sp>
        <p:nvSpPr>
          <p:cNvPr id="2310" name="Google Shape;2310;SLIDES_API93713139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1" name="Google Shape;2311;SLIDES_API93713139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6" name="Shape 2316"/>
        <p:cNvGrpSpPr/>
        <p:nvPr/>
      </p:nvGrpSpPr>
      <p:grpSpPr>
        <a:xfrm>
          <a:off x="0" y="0"/>
          <a:ext cx="0" cy="0"/>
          <a:chOff x="0" y="0"/>
          <a:chExt cx="0" cy="0"/>
        </a:xfrm>
      </p:grpSpPr>
      <p:sp>
        <p:nvSpPr>
          <p:cNvPr id="2317" name="Google Shape;2317;SLIDES_API937131392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8" name="Google Shape;2318;SLIDES_API93713139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3" name="Shape 2323"/>
        <p:cNvGrpSpPr/>
        <p:nvPr/>
      </p:nvGrpSpPr>
      <p:grpSpPr>
        <a:xfrm>
          <a:off x="0" y="0"/>
          <a:ext cx="0" cy="0"/>
          <a:chOff x="0" y="0"/>
          <a:chExt cx="0" cy="0"/>
        </a:xfrm>
      </p:grpSpPr>
      <p:sp>
        <p:nvSpPr>
          <p:cNvPr id="2324" name="Google Shape;2324;SLIDES_API93713139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5" name="Google Shape;2325;SLIDES_API93713139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SLIDES_API937131392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2" name="Google Shape;2332;SLIDES_API937131392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accent1"/>
        </a:solidFill>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Clr>
                <a:schemeClr val="lt1"/>
              </a:buClr>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59125" y="2845650"/>
            <a:ext cx="8520600" cy="4680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accent2"/>
              </a:buClr>
              <a:buSzPts val="2400"/>
              <a:buNone/>
              <a:defRPr sz="24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cxnSp>
        <p:nvCxnSpPr>
          <p:cNvPr id="58" name="Google Shape;58;p14"/>
          <p:cNvCxnSpPr/>
          <p:nvPr/>
        </p:nvCxnSpPr>
        <p:spPr>
          <a:xfrm>
            <a:off x="-1648752" y="-1660029"/>
            <a:ext cx="0" cy="3493200"/>
          </a:xfrm>
          <a:prstGeom prst="straightConnector1">
            <a:avLst/>
          </a:prstGeom>
          <a:noFill/>
          <a:ln cap="flat" cmpd="sng" w="9525">
            <a:solidFill>
              <a:schemeClr val="dk2"/>
            </a:solidFill>
            <a:prstDash val="solid"/>
            <a:round/>
            <a:headEnd len="med" w="med" type="none"/>
            <a:tailEnd len="med" w="med" type="none"/>
          </a:ln>
        </p:spPr>
      </p:cxnSp>
      <p:cxnSp>
        <p:nvCxnSpPr>
          <p:cNvPr id="59" name="Google Shape;59;p14"/>
          <p:cNvCxnSpPr/>
          <p:nvPr/>
        </p:nvCxnSpPr>
        <p:spPr>
          <a:xfrm>
            <a:off x="-1379919"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0" name="Google Shape;60;p14"/>
          <p:cNvCxnSpPr/>
          <p:nvPr/>
        </p:nvCxnSpPr>
        <p:spPr>
          <a:xfrm>
            <a:off x="-1111085"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1" name="Google Shape;61;p14"/>
          <p:cNvCxnSpPr/>
          <p:nvPr/>
        </p:nvCxnSpPr>
        <p:spPr>
          <a:xfrm>
            <a:off x="-842252"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2" name="Google Shape;62;p14"/>
          <p:cNvCxnSpPr/>
          <p:nvPr/>
        </p:nvCxnSpPr>
        <p:spPr>
          <a:xfrm>
            <a:off x="-573418"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3" name="Google Shape;63;p14"/>
          <p:cNvCxnSpPr/>
          <p:nvPr/>
        </p:nvCxnSpPr>
        <p:spPr>
          <a:xfrm>
            <a:off x="-304584"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4" name="Google Shape;64;p14"/>
          <p:cNvCxnSpPr/>
          <p:nvPr/>
        </p:nvCxnSpPr>
        <p:spPr>
          <a:xfrm>
            <a:off x="-35751"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5" name="Google Shape;65;p14"/>
          <p:cNvCxnSpPr/>
          <p:nvPr/>
        </p:nvCxnSpPr>
        <p:spPr>
          <a:xfrm>
            <a:off x="233083"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6" name="Google Shape;66;p14"/>
          <p:cNvCxnSpPr/>
          <p:nvPr/>
        </p:nvCxnSpPr>
        <p:spPr>
          <a:xfrm>
            <a:off x="501916"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7" name="Google Shape;67;p14"/>
          <p:cNvCxnSpPr/>
          <p:nvPr/>
        </p:nvCxnSpPr>
        <p:spPr>
          <a:xfrm>
            <a:off x="770750"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8" name="Google Shape;68;p14"/>
          <p:cNvCxnSpPr/>
          <p:nvPr/>
        </p:nvCxnSpPr>
        <p:spPr>
          <a:xfrm>
            <a:off x="1039584"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69" name="Google Shape;69;p14"/>
          <p:cNvCxnSpPr/>
          <p:nvPr/>
        </p:nvCxnSpPr>
        <p:spPr>
          <a:xfrm>
            <a:off x="1308417"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70" name="Google Shape;70;p14"/>
          <p:cNvCxnSpPr/>
          <p:nvPr/>
        </p:nvCxnSpPr>
        <p:spPr>
          <a:xfrm>
            <a:off x="1577251" y="-1660029"/>
            <a:ext cx="0" cy="3493200"/>
          </a:xfrm>
          <a:prstGeom prst="straightConnector1">
            <a:avLst/>
          </a:prstGeom>
          <a:noFill/>
          <a:ln cap="flat" cmpd="sng" w="9525">
            <a:solidFill>
              <a:schemeClr val="accent2"/>
            </a:solidFill>
            <a:prstDash val="solid"/>
            <a:round/>
            <a:headEnd len="med" w="med" type="none"/>
            <a:tailEnd len="med" w="med" type="none"/>
          </a:ln>
        </p:spPr>
      </p:cxnSp>
      <p:cxnSp>
        <p:nvCxnSpPr>
          <p:cNvPr id="71" name="Google Shape;71;p14"/>
          <p:cNvCxnSpPr/>
          <p:nvPr/>
        </p:nvCxnSpPr>
        <p:spPr>
          <a:xfrm>
            <a:off x="98677" y="-3420563"/>
            <a:ext cx="0" cy="3518100"/>
          </a:xfrm>
          <a:prstGeom prst="straightConnector1">
            <a:avLst/>
          </a:prstGeom>
          <a:noFill/>
          <a:ln cap="flat" cmpd="sng" w="9525">
            <a:solidFill>
              <a:schemeClr val="dk2"/>
            </a:solidFill>
            <a:prstDash val="solid"/>
            <a:round/>
            <a:headEnd len="med" w="med" type="none"/>
            <a:tailEnd len="med" w="med" type="none"/>
          </a:ln>
        </p:spPr>
      </p:cxnSp>
      <p:cxnSp>
        <p:nvCxnSpPr>
          <p:cNvPr id="72" name="Google Shape;72;p14"/>
          <p:cNvCxnSpPr/>
          <p:nvPr/>
        </p:nvCxnSpPr>
        <p:spPr>
          <a:xfrm>
            <a:off x="98677" y="-3151730"/>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73" name="Google Shape;73;p14"/>
          <p:cNvCxnSpPr/>
          <p:nvPr/>
        </p:nvCxnSpPr>
        <p:spPr>
          <a:xfrm>
            <a:off x="98677" y="-2882896"/>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74" name="Google Shape;74;p14"/>
          <p:cNvCxnSpPr/>
          <p:nvPr/>
        </p:nvCxnSpPr>
        <p:spPr>
          <a:xfrm>
            <a:off x="98677" y="-2614062"/>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75" name="Google Shape;75;p14"/>
          <p:cNvCxnSpPr/>
          <p:nvPr/>
        </p:nvCxnSpPr>
        <p:spPr>
          <a:xfrm>
            <a:off x="98677" y="-2345229"/>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76" name="Google Shape;76;p14"/>
          <p:cNvCxnSpPr/>
          <p:nvPr/>
        </p:nvCxnSpPr>
        <p:spPr>
          <a:xfrm>
            <a:off x="98677" y="-2076395"/>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77" name="Google Shape;77;p14"/>
          <p:cNvCxnSpPr/>
          <p:nvPr/>
        </p:nvCxnSpPr>
        <p:spPr>
          <a:xfrm>
            <a:off x="98677" y="-1807562"/>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78" name="Google Shape;78;p14"/>
          <p:cNvCxnSpPr/>
          <p:nvPr/>
        </p:nvCxnSpPr>
        <p:spPr>
          <a:xfrm>
            <a:off x="98677" y="-1538728"/>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79" name="Google Shape;79;p14"/>
          <p:cNvCxnSpPr/>
          <p:nvPr/>
        </p:nvCxnSpPr>
        <p:spPr>
          <a:xfrm>
            <a:off x="98677" y="-1269894"/>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80" name="Google Shape;80;p14"/>
          <p:cNvCxnSpPr/>
          <p:nvPr/>
        </p:nvCxnSpPr>
        <p:spPr>
          <a:xfrm>
            <a:off x="98677" y="-1001061"/>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81" name="Google Shape;81;p14"/>
          <p:cNvCxnSpPr/>
          <p:nvPr/>
        </p:nvCxnSpPr>
        <p:spPr>
          <a:xfrm>
            <a:off x="98677" y="-732227"/>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82" name="Google Shape;82;p14"/>
          <p:cNvCxnSpPr/>
          <p:nvPr/>
        </p:nvCxnSpPr>
        <p:spPr>
          <a:xfrm>
            <a:off x="98677" y="-463394"/>
            <a:ext cx="0" cy="3518100"/>
          </a:xfrm>
          <a:prstGeom prst="straightConnector1">
            <a:avLst/>
          </a:prstGeom>
          <a:noFill/>
          <a:ln cap="flat" cmpd="sng" w="9525">
            <a:solidFill>
              <a:schemeClr val="accent2"/>
            </a:solidFill>
            <a:prstDash val="solid"/>
            <a:round/>
            <a:headEnd len="med" w="med" type="none"/>
            <a:tailEnd len="med" w="med" type="none"/>
          </a:ln>
        </p:spPr>
      </p:cxnSp>
      <p:cxnSp>
        <p:nvCxnSpPr>
          <p:cNvPr id="83" name="Google Shape;83;p14"/>
          <p:cNvCxnSpPr/>
          <p:nvPr/>
        </p:nvCxnSpPr>
        <p:spPr>
          <a:xfrm>
            <a:off x="98677" y="-194560"/>
            <a:ext cx="0" cy="3518100"/>
          </a:xfrm>
          <a:prstGeom prst="straightConnector1">
            <a:avLst/>
          </a:prstGeom>
          <a:noFill/>
          <a:ln cap="flat" cmpd="sng" w="9525">
            <a:solidFill>
              <a:schemeClr val="accent2"/>
            </a:solidFill>
            <a:prstDash val="solid"/>
            <a:round/>
            <a:headEnd len="med" w="med" type="none"/>
            <a:tailEnd len="med" w="med" type="none"/>
          </a:ln>
        </p:spPr>
      </p:cxnSp>
      <p:grpSp>
        <p:nvGrpSpPr>
          <p:cNvPr id="84" name="Google Shape;84;p14"/>
          <p:cNvGrpSpPr/>
          <p:nvPr/>
        </p:nvGrpSpPr>
        <p:grpSpPr>
          <a:xfrm>
            <a:off x="7408343" y="220332"/>
            <a:ext cx="1423961" cy="1423961"/>
            <a:chOff x="2645475" y="456275"/>
            <a:chExt cx="697200" cy="697200"/>
          </a:xfrm>
        </p:grpSpPr>
        <p:sp>
          <p:nvSpPr>
            <p:cNvPr id="85" name="Google Shape;85;p14"/>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6" name="Google Shape;86;p14"/>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7" name="Google Shape;87;p14"/>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8" name="Google Shape;88;p14"/>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9" name="Google Shape;89;p14"/>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0" name="Google Shape;90;p14"/>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1" name="Google Shape;91;p14"/>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2" name="Google Shape;92;p14"/>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93" name="Google Shape;93;p14"/>
          <p:cNvSpPr/>
          <p:nvPr/>
        </p:nvSpPr>
        <p:spPr>
          <a:xfrm>
            <a:off x="233075" y="4868525"/>
            <a:ext cx="1054200" cy="1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4" name="Google Shape;94;p14"/>
          <p:cNvSpPr/>
          <p:nvPr/>
        </p:nvSpPr>
        <p:spPr>
          <a:xfrm>
            <a:off x="1389000" y="4868525"/>
            <a:ext cx="152400" cy="1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5" name="Google Shape;95;p14"/>
          <p:cNvSpPr/>
          <p:nvPr/>
        </p:nvSpPr>
        <p:spPr>
          <a:xfrm>
            <a:off x="568450" y="4665600"/>
            <a:ext cx="120300" cy="1203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96" name="Google Shape;96;p14"/>
          <p:cNvGrpSpPr/>
          <p:nvPr/>
        </p:nvGrpSpPr>
        <p:grpSpPr>
          <a:xfrm>
            <a:off x="8030125" y="4261500"/>
            <a:ext cx="849600" cy="697200"/>
            <a:chOff x="489200" y="476250"/>
            <a:chExt cx="849600" cy="697200"/>
          </a:xfrm>
        </p:grpSpPr>
        <p:sp>
          <p:nvSpPr>
            <p:cNvPr id="97" name="Google Shape;97;p14"/>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 name="Google Shape;98;p14"/>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9" name="Google Shape;99;p14"/>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 name="Google Shape;100;p14"/>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 name="Google Shape;101;p14"/>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2" name="Google Shape;102;p14"/>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3" name="Google Shape;103;p14"/>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4" name="Google Shape;104;p14"/>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5" name="Google Shape;105;p14"/>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6" name="Google Shape;106;p14"/>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7" name="Google Shape;107;p14"/>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8" name="Google Shape;108;p14"/>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9" name="Google Shape;109;p14"/>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0" name="Google Shape;110;p14"/>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1" name="Google Shape;111;p14"/>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2" name="Google Shape;112;p14"/>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 name="Google Shape;113;p14"/>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 name="Google Shape;114;p14"/>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5" name="Google Shape;115;p14"/>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6" name="Google Shape;116;p14"/>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 name="Google Shape;117;p14"/>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 name="Google Shape;118;p14"/>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 name="Google Shape;119;p14"/>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0" name="Google Shape;120;p14"/>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1" name="Google Shape;121;p14"/>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2" name="Google Shape;122;p14"/>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3" name="Google Shape;123;p14"/>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 name="Google Shape;124;p14"/>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 name="Google Shape;125;p14"/>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 name="Google Shape;126;p14"/>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ections">
  <p:cSld name="CUSTOM">
    <p:spTree>
      <p:nvGrpSpPr>
        <p:cNvPr id="127" name="Shape 127"/>
        <p:cNvGrpSpPr/>
        <p:nvPr/>
      </p:nvGrpSpPr>
      <p:grpSpPr>
        <a:xfrm>
          <a:off x="0" y="0"/>
          <a:ext cx="0" cy="0"/>
          <a:chOff x="0" y="0"/>
          <a:chExt cx="0" cy="0"/>
        </a:xfrm>
      </p:grpSpPr>
      <p:sp>
        <p:nvSpPr>
          <p:cNvPr id="128" name="Google Shape;128;p15"/>
          <p:cNvSpPr txBox="1"/>
          <p:nvPr>
            <p:ph type="title"/>
          </p:nvPr>
        </p:nvSpPr>
        <p:spPr>
          <a:xfrm>
            <a:off x="311700" y="1409900"/>
            <a:ext cx="8520600" cy="572700"/>
          </a:xfrm>
          <a:prstGeom prst="rect">
            <a:avLst/>
          </a:prstGeom>
        </p:spPr>
        <p:txBody>
          <a:bodyPr anchorCtr="0" anchor="b" bIns="0" lIns="0" spcFirstLastPara="1" rIns="0" wrap="square" tIns="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
        <p:nvSpPr>
          <p:cNvPr id="129" name="Google Shape;129;p15"/>
          <p:cNvSpPr txBox="1"/>
          <p:nvPr>
            <p:ph idx="1" type="body"/>
          </p:nvPr>
        </p:nvSpPr>
        <p:spPr>
          <a:xfrm>
            <a:off x="311625" y="2026292"/>
            <a:ext cx="8520600" cy="1707300"/>
          </a:xfrm>
          <a:prstGeom prst="rect">
            <a:avLst/>
          </a:prstGeom>
        </p:spPr>
        <p:txBody>
          <a:bodyPr anchorCtr="0" anchor="t" bIns="0" lIns="0" spcFirstLastPara="1" rIns="0" wrap="square" tIns="0">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und Checkpoint">
  <p:cSld name="CUSTOM_1">
    <p:bg>
      <p:bgPr>
        <a:solidFill>
          <a:schemeClr val="accent2"/>
        </a:solidFill>
      </p:bgPr>
    </p:bg>
    <p:spTree>
      <p:nvGrpSpPr>
        <p:cNvPr id="130" name="Shape 130"/>
        <p:cNvGrpSpPr/>
        <p:nvPr/>
      </p:nvGrpSpPr>
      <p:grpSpPr>
        <a:xfrm>
          <a:off x="0" y="0"/>
          <a:ext cx="0" cy="0"/>
          <a:chOff x="0" y="0"/>
          <a:chExt cx="0" cy="0"/>
        </a:xfrm>
      </p:grpSpPr>
      <p:sp>
        <p:nvSpPr>
          <p:cNvPr id="131" name="Google Shape;131;p16"/>
          <p:cNvSpPr/>
          <p:nvPr/>
        </p:nvSpPr>
        <p:spPr>
          <a:xfrm>
            <a:off x="1615500" y="3739313"/>
            <a:ext cx="6065400" cy="864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2" name="Google Shape;132;p16"/>
          <p:cNvSpPr txBox="1"/>
          <p:nvPr>
            <p:ph type="title"/>
          </p:nvPr>
        </p:nvSpPr>
        <p:spPr>
          <a:xfrm>
            <a:off x="4518863" y="615488"/>
            <a:ext cx="2745300" cy="2465400"/>
          </a:xfrm>
          <a:prstGeom prst="rect">
            <a:avLst/>
          </a:prstGeom>
        </p:spPr>
        <p:txBody>
          <a:bodyPr anchorCtr="0" anchor="ctr" bIns="0" lIns="0" spcFirstLastPara="1" rIns="0" wrap="square" tIns="0">
            <a:noAutofit/>
          </a:bodyPr>
          <a:lstStyle>
            <a:lvl1pPr lvl="0">
              <a:spcBef>
                <a:spcPts val="0"/>
              </a:spcBef>
              <a:spcAft>
                <a:spcPts val="0"/>
              </a:spcAft>
              <a:buSzPts val="6400"/>
              <a:buNone/>
              <a:defRPr sz="64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3" name="Google Shape;133;p16"/>
          <p:cNvSpPr/>
          <p:nvPr/>
        </p:nvSpPr>
        <p:spPr>
          <a:xfrm>
            <a:off x="1539300" y="3663113"/>
            <a:ext cx="6065400" cy="8649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34" name="Google Shape;134;p16"/>
          <p:cNvGrpSpPr/>
          <p:nvPr/>
        </p:nvGrpSpPr>
        <p:grpSpPr>
          <a:xfrm rot="-143622">
            <a:off x="1926963" y="735916"/>
            <a:ext cx="2140430" cy="2301266"/>
            <a:chOff x="752525" y="1546125"/>
            <a:chExt cx="2902500" cy="3120600"/>
          </a:xfrm>
        </p:grpSpPr>
        <p:sp>
          <p:nvSpPr>
            <p:cNvPr id="135" name="Google Shape;135;p16"/>
            <p:cNvSpPr/>
            <p:nvPr/>
          </p:nvSpPr>
          <p:spPr>
            <a:xfrm>
              <a:off x="752525" y="1546125"/>
              <a:ext cx="2902500" cy="312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36" name="Google Shape;136;p16"/>
            <p:cNvGrpSpPr/>
            <p:nvPr/>
          </p:nvGrpSpPr>
          <p:grpSpPr>
            <a:xfrm>
              <a:off x="831614" y="1546125"/>
              <a:ext cx="2744300" cy="224782"/>
              <a:chOff x="831614" y="1546125"/>
              <a:chExt cx="2744300" cy="224782"/>
            </a:xfrm>
          </p:grpSpPr>
          <p:grpSp>
            <p:nvGrpSpPr>
              <p:cNvPr id="137" name="Google Shape;137;p16"/>
              <p:cNvGrpSpPr/>
              <p:nvPr/>
            </p:nvGrpSpPr>
            <p:grpSpPr>
              <a:xfrm>
                <a:off x="2136414" y="1546125"/>
                <a:ext cx="134700" cy="224782"/>
                <a:chOff x="850214" y="1546125"/>
                <a:chExt cx="134700" cy="224782"/>
              </a:xfrm>
            </p:grpSpPr>
            <p:sp>
              <p:nvSpPr>
                <p:cNvPr id="138" name="Google Shape;138;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9" name="Google Shape;139;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40" name="Google Shape;140;p16"/>
              <p:cNvGrpSpPr/>
              <p:nvPr/>
            </p:nvGrpSpPr>
            <p:grpSpPr>
              <a:xfrm>
                <a:off x="831614" y="1546125"/>
                <a:ext cx="134700" cy="224782"/>
                <a:chOff x="850214" y="1546125"/>
                <a:chExt cx="134700" cy="224782"/>
              </a:xfrm>
            </p:grpSpPr>
            <p:sp>
              <p:nvSpPr>
                <p:cNvPr id="141" name="Google Shape;141;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2" name="Google Shape;142;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43" name="Google Shape;143;p16"/>
              <p:cNvGrpSpPr/>
              <p:nvPr/>
            </p:nvGrpSpPr>
            <p:grpSpPr>
              <a:xfrm>
                <a:off x="1018014" y="1546125"/>
                <a:ext cx="134700" cy="224782"/>
                <a:chOff x="850214" y="1546125"/>
                <a:chExt cx="134700" cy="224782"/>
              </a:xfrm>
            </p:grpSpPr>
            <p:sp>
              <p:nvSpPr>
                <p:cNvPr id="144" name="Google Shape;144;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5" name="Google Shape;145;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46" name="Google Shape;146;p16"/>
              <p:cNvGrpSpPr/>
              <p:nvPr/>
            </p:nvGrpSpPr>
            <p:grpSpPr>
              <a:xfrm>
                <a:off x="1204414" y="1546125"/>
                <a:ext cx="134700" cy="224782"/>
                <a:chOff x="850214" y="1546125"/>
                <a:chExt cx="134700" cy="224782"/>
              </a:xfrm>
            </p:grpSpPr>
            <p:sp>
              <p:nvSpPr>
                <p:cNvPr id="147" name="Google Shape;147;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 name="Google Shape;148;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49" name="Google Shape;149;p16"/>
              <p:cNvGrpSpPr/>
              <p:nvPr/>
            </p:nvGrpSpPr>
            <p:grpSpPr>
              <a:xfrm>
                <a:off x="1390814" y="1546125"/>
                <a:ext cx="134700" cy="224782"/>
                <a:chOff x="850214" y="1546125"/>
                <a:chExt cx="134700" cy="224782"/>
              </a:xfrm>
            </p:grpSpPr>
            <p:sp>
              <p:nvSpPr>
                <p:cNvPr id="150" name="Google Shape;150;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1" name="Google Shape;151;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52" name="Google Shape;152;p16"/>
              <p:cNvGrpSpPr/>
              <p:nvPr/>
            </p:nvGrpSpPr>
            <p:grpSpPr>
              <a:xfrm>
                <a:off x="1577214" y="1546125"/>
                <a:ext cx="134700" cy="224782"/>
                <a:chOff x="850214" y="1546125"/>
                <a:chExt cx="134700" cy="224782"/>
              </a:xfrm>
            </p:grpSpPr>
            <p:sp>
              <p:nvSpPr>
                <p:cNvPr id="153" name="Google Shape;153;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4" name="Google Shape;154;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55" name="Google Shape;155;p16"/>
              <p:cNvGrpSpPr/>
              <p:nvPr/>
            </p:nvGrpSpPr>
            <p:grpSpPr>
              <a:xfrm>
                <a:off x="1763614" y="1546125"/>
                <a:ext cx="134700" cy="224782"/>
                <a:chOff x="850214" y="1546125"/>
                <a:chExt cx="134700" cy="224782"/>
              </a:xfrm>
            </p:grpSpPr>
            <p:sp>
              <p:nvSpPr>
                <p:cNvPr id="156" name="Google Shape;156;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 name="Google Shape;157;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58" name="Google Shape;158;p16"/>
              <p:cNvGrpSpPr/>
              <p:nvPr/>
            </p:nvGrpSpPr>
            <p:grpSpPr>
              <a:xfrm>
                <a:off x="1950014" y="1546125"/>
                <a:ext cx="134700" cy="224782"/>
                <a:chOff x="850214" y="1546125"/>
                <a:chExt cx="134700" cy="224782"/>
              </a:xfrm>
            </p:grpSpPr>
            <p:sp>
              <p:nvSpPr>
                <p:cNvPr id="159" name="Google Shape;159;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0" name="Google Shape;160;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61" name="Google Shape;161;p16"/>
              <p:cNvGrpSpPr/>
              <p:nvPr/>
            </p:nvGrpSpPr>
            <p:grpSpPr>
              <a:xfrm>
                <a:off x="2322814" y="1546125"/>
                <a:ext cx="134700" cy="224782"/>
                <a:chOff x="850214" y="1546125"/>
                <a:chExt cx="134700" cy="224782"/>
              </a:xfrm>
            </p:grpSpPr>
            <p:sp>
              <p:nvSpPr>
                <p:cNvPr id="162" name="Google Shape;162;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3" name="Google Shape;163;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64" name="Google Shape;164;p16"/>
              <p:cNvGrpSpPr/>
              <p:nvPr/>
            </p:nvGrpSpPr>
            <p:grpSpPr>
              <a:xfrm>
                <a:off x="2509214" y="1546125"/>
                <a:ext cx="134700" cy="224782"/>
                <a:chOff x="850214" y="1546125"/>
                <a:chExt cx="134700" cy="224782"/>
              </a:xfrm>
            </p:grpSpPr>
            <p:sp>
              <p:nvSpPr>
                <p:cNvPr id="165" name="Google Shape;165;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6" name="Google Shape;166;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67" name="Google Shape;167;p16"/>
              <p:cNvGrpSpPr/>
              <p:nvPr/>
            </p:nvGrpSpPr>
            <p:grpSpPr>
              <a:xfrm>
                <a:off x="2695614" y="1546125"/>
                <a:ext cx="134700" cy="224782"/>
                <a:chOff x="850214" y="1546125"/>
                <a:chExt cx="134700" cy="224782"/>
              </a:xfrm>
            </p:grpSpPr>
            <p:sp>
              <p:nvSpPr>
                <p:cNvPr id="168" name="Google Shape;168;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 name="Google Shape;169;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70" name="Google Shape;170;p16"/>
              <p:cNvGrpSpPr/>
              <p:nvPr/>
            </p:nvGrpSpPr>
            <p:grpSpPr>
              <a:xfrm>
                <a:off x="2882014" y="1546125"/>
                <a:ext cx="134700" cy="224782"/>
                <a:chOff x="850214" y="1546125"/>
                <a:chExt cx="134700" cy="224782"/>
              </a:xfrm>
            </p:grpSpPr>
            <p:sp>
              <p:nvSpPr>
                <p:cNvPr id="171" name="Google Shape;171;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 name="Google Shape;172;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73" name="Google Shape;173;p16"/>
              <p:cNvGrpSpPr/>
              <p:nvPr/>
            </p:nvGrpSpPr>
            <p:grpSpPr>
              <a:xfrm>
                <a:off x="3068414" y="1546125"/>
                <a:ext cx="134700" cy="224782"/>
                <a:chOff x="850214" y="1546125"/>
                <a:chExt cx="134700" cy="224782"/>
              </a:xfrm>
            </p:grpSpPr>
            <p:sp>
              <p:nvSpPr>
                <p:cNvPr id="174" name="Google Shape;174;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5" name="Google Shape;175;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76" name="Google Shape;176;p16"/>
              <p:cNvGrpSpPr/>
              <p:nvPr/>
            </p:nvGrpSpPr>
            <p:grpSpPr>
              <a:xfrm>
                <a:off x="3254814" y="1546125"/>
                <a:ext cx="134700" cy="224782"/>
                <a:chOff x="850214" y="1546125"/>
                <a:chExt cx="134700" cy="224782"/>
              </a:xfrm>
            </p:grpSpPr>
            <p:sp>
              <p:nvSpPr>
                <p:cNvPr id="177" name="Google Shape;177;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 name="Google Shape;178;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79" name="Google Shape;179;p16"/>
              <p:cNvGrpSpPr/>
              <p:nvPr/>
            </p:nvGrpSpPr>
            <p:grpSpPr>
              <a:xfrm>
                <a:off x="3441214" y="1546125"/>
                <a:ext cx="134700" cy="224782"/>
                <a:chOff x="850214" y="1546125"/>
                <a:chExt cx="134700" cy="224782"/>
              </a:xfrm>
            </p:grpSpPr>
            <p:sp>
              <p:nvSpPr>
                <p:cNvPr id="180" name="Google Shape;180;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1" name="Google Shape;181;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82" name="Google Shape;182;p16"/>
              <p:cNvGrpSpPr/>
              <p:nvPr/>
            </p:nvGrpSpPr>
            <p:grpSpPr>
              <a:xfrm>
                <a:off x="2136414" y="1546125"/>
                <a:ext cx="134700" cy="224782"/>
                <a:chOff x="850214" y="1546125"/>
                <a:chExt cx="134700" cy="224782"/>
              </a:xfrm>
            </p:grpSpPr>
            <p:sp>
              <p:nvSpPr>
                <p:cNvPr id="183" name="Google Shape;183;p16"/>
                <p:cNvSpPr/>
                <p:nvPr/>
              </p:nvSpPr>
              <p:spPr>
                <a:xfrm>
                  <a:off x="850214" y="1636207"/>
                  <a:ext cx="134700" cy="134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4" name="Google Shape;184;p16"/>
                <p:cNvSpPr/>
                <p:nvPr/>
              </p:nvSpPr>
              <p:spPr>
                <a:xfrm>
                  <a:off x="903175" y="1546125"/>
                  <a:ext cx="28800" cy="98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grpSp>
      <p:sp>
        <p:nvSpPr>
          <p:cNvPr id="185" name="Google Shape;185;p16"/>
          <p:cNvSpPr txBox="1"/>
          <p:nvPr>
            <p:ph idx="1" type="subTitle"/>
          </p:nvPr>
        </p:nvSpPr>
        <p:spPr>
          <a:xfrm>
            <a:off x="1736725" y="4125263"/>
            <a:ext cx="1193100" cy="1956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86" name="Google Shape;186;p16"/>
          <p:cNvSpPr txBox="1"/>
          <p:nvPr>
            <p:ph idx="2" type="subTitle"/>
          </p:nvPr>
        </p:nvSpPr>
        <p:spPr>
          <a:xfrm>
            <a:off x="6254025" y="4125263"/>
            <a:ext cx="1133400" cy="1956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87" name="Google Shape;187;p16"/>
          <p:cNvSpPr txBox="1"/>
          <p:nvPr>
            <p:ph idx="3" type="subTitle"/>
          </p:nvPr>
        </p:nvSpPr>
        <p:spPr>
          <a:xfrm>
            <a:off x="3865025" y="4125263"/>
            <a:ext cx="1133400" cy="1956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88" name="Google Shape;188;p16"/>
          <p:cNvSpPr txBox="1"/>
          <p:nvPr/>
        </p:nvSpPr>
        <p:spPr>
          <a:xfrm>
            <a:off x="1736725" y="3870272"/>
            <a:ext cx="872700" cy="195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lt2"/>
                </a:solidFill>
                <a:latin typeface="Sintony"/>
                <a:ea typeface="Sintony"/>
                <a:cs typeface="Sintony"/>
                <a:sym typeface="Sintony"/>
              </a:rPr>
              <a:t>Time</a:t>
            </a:r>
            <a:endParaRPr sz="1200">
              <a:solidFill>
                <a:schemeClr val="lt2"/>
              </a:solidFill>
              <a:latin typeface="Sintony"/>
              <a:ea typeface="Sintony"/>
              <a:cs typeface="Sintony"/>
              <a:sym typeface="Sintony"/>
            </a:endParaRPr>
          </a:p>
        </p:txBody>
      </p:sp>
      <p:sp>
        <p:nvSpPr>
          <p:cNvPr id="189" name="Google Shape;189;p16"/>
          <p:cNvSpPr txBox="1"/>
          <p:nvPr/>
        </p:nvSpPr>
        <p:spPr>
          <a:xfrm>
            <a:off x="3865025" y="3870272"/>
            <a:ext cx="872700" cy="195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lt2"/>
                </a:solidFill>
                <a:latin typeface="Sintony"/>
                <a:ea typeface="Sintony"/>
                <a:cs typeface="Sintony"/>
                <a:sym typeface="Sintony"/>
              </a:rPr>
              <a:t>Type</a:t>
            </a:r>
            <a:endParaRPr sz="1200">
              <a:solidFill>
                <a:schemeClr val="lt2"/>
              </a:solidFill>
              <a:latin typeface="Sintony"/>
              <a:ea typeface="Sintony"/>
              <a:cs typeface="Sintony"/>
              <a:sym typeface="Sintony"/>
            </a:endParaRPr>
          </a:p>
        </p:txBody>
      </p:sp>
      <p:sp>
        <p:nvSpPr>
          <p:cNvPr id="190" name="Google Shape;190;p16"/>
          <p:cNvSpPr txBox="1"/>
          <p:nvPr/>
        </p:nvSpPr>
        <p:spPr>
          <a:xfrm>
            <a:off x="6254025" y="3870272"/>
            <a:ext cx="872700" cy="195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chemeClr val="lt2"/>
                </a:solidFill>
                <a:latin typeface="Sintony"/>
                <a:ea typeface="Sintony"/>
                <a:cs typeface="Sintony"/>
                <a:sym typeface="Sintony"/>
              </a:rPr>
              <a:t>Points</a:t>
            </a:r>
            <a:endParaRPr sz="1200">
              <a:solidFill>
                <a:schemeClr val="lt2"/>
              </a:solidFill>
              <a:latin typeface="Sintony"/>
              <a:ea typeface="Sintony"/>
              <a:cs typeface="Sintony"/>
              <a:sym typeface="Sintony"/>
            </a:endParaRPr>
          </a:p>
        </p:txBody>
      </p:sp>
      <p:grpSp>
        <p:nvGrpSpPr>
          <p:cNvPr id="191" name="Google Shape;191;p16"/>
          <p:cNvGrpSpPr/>
          <p:nvPr/>
        </p:nvGrpSpPr>
        <p:grpSpPr>
          <a:xfrm>
            <a:off x="93350" y="129900"/>
            <a:ext cx="849600" cy="697200"/>
            <a:chOff x="489200" y="476250"/>
            <a:chExt cx="849600" cy="697200"/>
          </a:xfrm>
        </p:grpSpPr>
        <p:sp>
          <p:nvSpPr>
            <p:cNvPr id="192" name="Google Shape;192;p16"/>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3" name="Google Shape;193;p16"/>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 name="Google Shape;194;p16"/>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 name="Google Shape;195;p16"/>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 name="Google Shape;196;p16"/>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7" name="Google Shape;197;p16"/>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8" name="Google Shape;198;p16"/>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 name="Google Shape;199;p16"/>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 name="Google Shape;200;p16"/>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 name="Google Shape;201;p16"/>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2" name="Google Shape;202;p16"/>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3" name="Google Shape;203;p16"/>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4" name="Google Shape;204;p16"/>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5" name="Google Shape;205;p16"/>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6" name="Google Shape;206;p16"/>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7" name="Google Shape;207;p16"/>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8" name="Google Shape;208;p16"/>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9" name="Google Shape;209;p16"/>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0" name="Google Shape;210;p16"/>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1" name="Google Shape;211;p16"/>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2" name="Google Shape;212;p16"/>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3" name="Google Shape;213;p16"/>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4" name="Google Shape;214;p16"/>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5" name="Google Shape;215;p16"/>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 name="Google Shape;216;p16"/>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 name="Google Shape;217;p16"/>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 name="Google Shape;218;p16"/>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9" name="Google Shape;219;p16"/>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0" name="Google Shape;220;p16"/>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1" name="Google Shape;221;p16"/>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22" name="Google Shape;222;p16"/>
          <p:cNvSpPr/>
          <p:nvPr/>
        </p:nvSpPr>
        <p:spPr>
          <a:xfrm rot="527322">
            <a:off x="8333298" y="2511172"/>
            <a:ext cx="1044565" cy="968065"/>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3" name="Google Shape;223;p16"/>
          <p:cNvSpPr/>
          <p:nvPr/>
        </p:nvSpPr>
        <p:spPr>
          <a:xfrm rot="5400000">
            <a:off x="-293450" y="4493688"/>
            <a:ext cx="1054200" cy="16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4" name="Google Shape;224;p16"/>
          <p:cNvSpPr/>
          <p:nvPr/>
        </p:nvSpPr>
        <p:spPr>
          <a:xfrm rot="5400000">
            <a:off x="77300" y="4092088"/>
            <a:ext cx="152400" cy="16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False 1">
  <p:cSld name="CUSTOM_2">
    <p:spTree>
      <p:nvGrpSpPr>
        <p:cNvPr id="225" name="Shape 225"/>
        <p:cNvGrpSpPr/>
        <p:nvPr/>
      </p:nvGrpSpPr>
      <p:grpSpPr>
        <a:xfrm>
          <a:off x="0" y="0"/>
          <a:ext cx="0" cy="0"/>
          <a:chOff x="0" y="0"/>
          <a:chExt cx="0" cy="0"/>
        </a:xfrm>
      </p:grpSpPr>
      <p:grpSp>
        <p:nvGrpSpPr>
          <p:cNvPr id="226" name="Google Shape;226;p17"/>
          <p:cNvGrpSpPr/>
          <p:nvPr/>
        </p:nvGrpSpPr>
        <p:grpSpPr>
          <a:xfrm>
            <a:off x="-506371" y="-486939"/>
            <a:ext cx="2780592" cy="2762189"/>
            <a:chOff x="740850" y="1775184"/>
            <a:chExt cx="1994400" cy="1981200"/>
          </a:xfrm>
        </p:grpSpPr>
        <p:cxnSp>
          <p:nvCxnSpPr>
            <p:cNvPr id="227" name="Google Shape;227;p17"/>
            <p:cNvCxnSpPr/>
            <p:nvPr/>
          </p:nvCxnSpPr>
          <p:spPr>
            <a:xfrm>
              <a:off x="747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28" name="Google Shape;228;p17"/>
            <p:cNvCxnSpPr/>
            <p:nvPr/>
          </p:nvCxnSpPr>
          <p:spPr>
            <a:xfrm>
              <a:off x="899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29" name="Google Shape;229;p17"/>
            <p:cNvCxnSpPr/>
            <p:nvPr/>
          </p:nvCxnSpPr>
          <p:spPr>
            <a:xfrm>
              <a:off x="1052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0" name="Google Shape;230;p17"/>
            <p:cNvCxnSpPr/>
            <p:nvPr/>
          </p:nvCxnSpPr>
          <p:spPr>
            <a:xfrm>
              <a:off x="1204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1" name="Google Shape;231;p17"/>
            <p:cNvCxnSpPr/>
            <p:nvPr/>
          </p:nvCxnSpPr>
          <p:spPr>
            <a:xfrm>
              <a:off x="1357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2" name="Google Shape;232;p17"/>
            <p:cNvCxnSpPr/>
            <p:nvPr/>
          </p:nvCxnSpPr>
          <p:spPr>
            <a:xfrm>
              <a:off x="1509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3" name="Google Shape;233;p17"/>
            <p:cNvCxnSpPr/>
            <p:nvPr/>
          </p:nvCxnSpPr>
          <p:spPr>
            <a:xfrm>
              <a:off x="1661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4" name="Google Shape;234;p17"/>
            <p:cNvCxnSpPr/>
            <p:nvPr/>
          </p:nvCxnSpPr>
          <p:spPr>
            <a:xfrm>
              <a:off x="1814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5" name="Google Shape;235;p17"/>
            <p:cNvCxnSpPr/>
            <p:nvPr/>
          </p:nvCxnSpPr>
          <p:spPr>
            <a:xfrm>
              <a:off x="1966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6" name="Google Shape;236;p17"/>
            <p:cNvCxnSpPr/>
            <p:nvPr/>
          </p:nvCxnSpPr>
          <p:spPr>
            <a:xfrm>
              <a:off x="2119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7" name="Google Shape;237;p17"/>
            <p:cNvCxnSpPr/>
            <p:nvPr/>
          </p:nvCxnSpPr>
          <p:spPr>
            <a:xfrm>
              <a:off x="2271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8" name="Google Shape;238;p17"/>
            <p:cNvCxnSpPr/>
            <p:nvPr/>
          </p:nvCxnSpPr>
          <p:spPr>
            <a:xfrm>
              <a:off x="2423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39" name="Google Shape;239;p17"/>
            <p:cNvCxnSpPr/>
            <p:nvPr/>
          </p:nvCxnSpPr>
          <p:spPr>
            <a:xfrm>
              <a:off x="2576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40" name="Google Shape;240;p17"/>
            <p:cNvCxnSpPr/>
            <p:nvPr/>
          </p:nvCxnSpPr>
          <p:spPr>
            <a:xfrm>
              <a:off x="2728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41" name="Google Shape;241;p17"/>
            <p:cNvCxnSpPr/>
            <p:nvPr/>
          </p:nvCxnSpPr>
          <p:spPr>
            <a:xfrm>
              <a:off x="1738050" y="777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42" name="Google Shape;242;p17"/>
            <p:cNvCxnSpPr/>
            <p:nvPr/>
          </p:nvCxnSpPr>
          <p:spPr>
            <a:xfrm>
              <a:off x="1738050" y="930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17"/>
            <p:cNvCxnSpPr/>
            <p:nvPr/>
          </p:nvCxnSpPr>
          <p:spPr>
            <a:xfrm>
              <a:off x="1738050" y="1082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17"/>
            <p:cNvCxnSpPr/>
            <p:nvPr/>
          </p:nvCxnSpPr>
          <p:spPr>
            <a:xfrm>
              <a:off x="1738050" y="1235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17"/>
            <p:cNvCxnSpPr/>
            <p:nvPr/>
          </p:nvCxnSpPr>
          <p:spPr>
            <a:xfrm>
              <a:off x="1738050" y="1387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46" name="Google Shape;246;p17"/>
            <p:cNvCxnSpPr/>
            <p:nvPr/>
          </p:nvCxnSpPr>
          <p:spPr>
            <a:xfrm>
              <a:off x="1738050" y="1539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17"/>
            <p:cNvCxnSpPr/>
            <p:nvPr/>
          </p:nvCxnSpPr>
          <p:spPr>
            <a:xfrm>
              <a:off x="1738050" y="1692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17"/>
            <p:cNvCxnSpPr/>
            <p:nvPr/>
          </p:nvCxnSpPr>
          <p:spPr>
            <a:xfrm>
              <a:off x="1738050" y="1844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17"/>
            <p:cNvCxnSpPr/>
            <p:nvPr/>
          </p:nvCxnSpPr>
          <p:spPr>
            <a:xfrm>
              <a:off x="1738050" y="1997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17"/>
            <p:cNvCxnSpPr/>
            <p:nvPr/>
          </p:nvCxnSpPr>
          <p:spPr>
            <a:xfrm>
              <a:off x="1738050" y="2149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17"/>
            <p:cNvCxnSpPr/>
            <p:nvPr/>
          </p:nvCxnSpPr>
          <p:spPr>
            <a:xfrm>
              <a:off x="1738050" y="2301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17"/>
            <p:cNvCxnSpPr/>
            <p:nvPr/>
          </p:nvCxnSpPr>
          <p:spPr>
            <a:xfrm>
              <a:off x="1738050" y="2454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17"/>
            <p:cNvCxnSpPr/>
            <p:nvPr/>
          </p:nvCxnSpPr>
          <p:spPr>
            <a:xfrm>
              <a:off x="1738050" y="2606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17"/>
            <p:cNvCxnSpPr/>
            <p:nvPr/>
          </p:nvCxnSpPr>
          <p:spPr>
            <a:xfrm>
              <a:off x="1738050" y="2759184"/>
              <a:ext cx="0" cy="1994400"/>
            </a:xfrm>
            <a:prstGeom prst="straightConnector1">
              <a:avLst/>
            </a:prstGeom>
            <a:noFill/>
            <a:ln cap="flat" cmpd="sng" w="9525">
              <a:solidFill>
                <a:schemeClr val="dk2"/>
              </a:solidFill>
              <a:prstDash val="solid"/>
              <a:round/>
              <a:headEnd len="med" w="med" type="none"/>
              <a:tailEnd len="med" w="med" type="none"/>
            </a:ln>
          </p:spPr>
        </p:cxnSp>
      </p:grpSp>
      <p:sp>
        <p:nvSpPr>
          <p:cNvPr id="255" name="Google Shape;255;p17"/>
          <p:cNvSpPr/>
          <p:nvPr/>
        </p:nvSpPr>
        <p:spPr>
          <a:xfrm>
            <a:off x="759998" y="878400"/>
            <a:ext cx="3432900" cy="3462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56" name="Google Shape;256;p17"/>
          <p:cNvSpPr/>
          <p:nvPr/>
        </p:nvSpPr>
        <p:spPr>
          <a:xfrm>
            <a:off x="683798" y="802200"/>
            <a:ext cx="3432900" cy="34629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57" name="Google Shape;257;p17"/>
          <p:cNvSpPr txBox="1"/>
          <p:nvPr>
            <p:ph type="title"/>
          </p:nvPr>
        </p:nvSpPr>
        <p:spPr>
          <a:xfrm>
            <a:off x="947948" y="1005675"/>
            <a:ext cx="2904600" cy="4116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
        <p:nvSpPr>
          <p:cNvPr id="258" name="Google Shape;258;p17"/>
          <p:cNvSpPr txBox="1"/>
          <p:nvPr>
            <p:ph idx="1" type="body"/>
          </p:nvPr>
        </p:nvSpPr>
        <p:spPr>
          <a:xfrm>
            <a:off x="947948" y="2019025"/>
            <a:ext cx="2904600" cy="11679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dk1"/>
              </a:buClr>
              <a:buSzPts val="1100"/>
              <a:buChar char="●"/>
              <a:defRPr>
                <a:solidFill>
                  <a:schemeClr val="dk1"/>
                </a:solidFill>
              </a:defRPr>
            </a:lvl1pPr>
            <a:lvl2pPr indent="-298450" lvl="1" marL="914400">
              <a:spcBef>
                <a:spcPts val="0"/>
              </a:spcBef>
              <a:spcAft>
                <a:spcPts val="0"/>
              </a:spcAft>
              <a:buClr>
                <a:schemeClr val="dk1"/>
              </a:buClr>
              <a:buSzPts val="1100"/>
              <a:buChar char="○"/>
              <a:defRPr>
                <a:solidFill>
                  <a:schemeClr val="dk1"/>
                </a:solidFill>
              </a:defRPr>
            </a:lvl2pPr>
            <a:lvl3pPr indent="-298450" lvl="2" marL="1371600">
              <a:spcBef>
                <a:spcPts val="0"/>
              </a:spcBef>
              <a:spcAft>
                <a:spcPts val="0"/>
              </a:spcAft>
              <a:buClr>
                <a:schemeClr val="dk1"/>
              </a:buClr>
              <a:buSzPts val="1100"/>
              <a:buChar char="■"/>
              <a:defRPr>
                <a:solidFill>
                  <a:schemeClr val="dk1"/>
                </a:solidFill>
              </a:defRPr>
            </a:lvl3pPr>
            <a:lvl4pPr indent="-298450" lvl="3" marL="1828800">
              <a:spcBef>
                <a:spcPts val="0"/>
              </a:spcBef>
              <a:spcAft>
                <a:spcPts val="0"/>
              </a:spcAft>
              <a:buClr>
                <a:schemeClr val="dk1"/>
              </a:buClr>
              <a:buSzPts val="1100"/>
              <a:buChar char="●"/>
              <a:defRPr>
                <a:solidFill>
                  <a:schemeClr val="dk1"/>
                </a:solidFill>
              </a:defRPr>
            </a:lvl4pPr>
            <a:lvl5pPr indent="-298450" lvl="4" marL="2286000">
              <a:spcBef>
                <a:spcPts val="0"/>
              </a:spcBef>
              <a:spcAft>
                <a:spcPts val="0"/>
              </a:spcAft>
              <a:buClr>
                <a:schemeClr val="dk1"/>
              </a:buClr>
              <a:buSzPts val="1100"/>
              <a:buChar char="○"/>
              <a:defRPr>
                <a:solidFill>
                  <a:schemeClr val="dk1"/>
                </a:solidFill>
              </a:defRPr>
            </a:lvl5pPr>
            <a:lvl6pPr indent="-298450" lvl="5" marL="2743200">
              <a:spcBef>
                <a:spcPts val="0"/>
              </a:spcBef>
              <a:spcAft>
                <a:spcPts val="0"/>
              </a:spcAft>
              <a:buClr>
                <a:schemeClr val="dk1"/>
              </a:buClr>
              <a:buSzPts val="1100"/>
              <a:buChar char="■"/>
              <a:defRPr>
                <a:solidFill>
                  <a:schemeClr val="dk1"/>
                </a:solidFill>
              </a:defRPr>
            </a:lvl6pPr>
            <a:lvl7pPr indent="-298450" lvl="6" marL="3200400">
              <a:spcBef>
                <a:spcPts val="0"/>
              </a:spcBef>
              <a:spcAft>
                <a:spcPts val="0"/>
              </a:spcAft>
              <a:buClr>
                <a:schemeClr val="dk1"/>
              </a:buClr>
              <a:buSzPts val="1100"/>
              <a:buChar char="●"/>
              <a:defRPr>
                <a:solidFill>
                  <a:schemeClr val="dk1"/>
                </a:solidFill>
              </a:defRPr>
            </a:lvl7pPr>
            <a:lvl8pPr indent="-298450" lvl="7" marL="3657600">
              <a:spcBef>
                <a:spcPts val="0"/>
              </a:spcBef>
              <a:spcAft>
                <a:spcPts val="0"/>
              </a:spcAft>
              <a:buClr>
                <a:schemeClr val="dk1"/>
              </a:buClr>
              <a:buSzPts val="1100"/>
              <a:buChar char="○"/>
              <a:defRPr>
                <a:solidFill>
                  <a:schemeClr val="dk1"/>
                </a:solidFill>
              </a:defRPr>
            </a:lvl8pPr>
            <a:lvl9pPr indent="-298450" lvl="8" marL="4114800">
              <a:spcBef>
                <a:spcPts val="0"/>
              </a:spcBef>
              <a:spcAft>
                <a:spcPts val="0"/>
              </a:spcAft>
              <a:buClr>
                <a:schemeClr val="dk1"/>
              </a:buClr>
              <a:buSzPts val="1100"/>
              <a:buChar char="■"/>
              <a:defRPr>
                <a:solidFill>
                  <a:schemeClr val="dk1"/>
                </a:solidFill>
              </a:defRPr>
            </a:lvl9pPr>
          </a:lstStyle>
          <a:p/>
        </p:txBody>
      </p:sp>
      <p:sp>
        <p:nvSpPr>
          <p:cNvPr id="259" name="Google Shape;259;p17"/>
          <p:cNvSpPr/>
          <p:nvPr/>
        </p:nvSpPr>
        <p:spPr>
          <a:xfrm>
            <a:off x="947948" y="3524100"/>
            <a:ext cx="11709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TRUE</a:t>
            </a:r>
            <a:endParaRPr b="1">
              <a:latin typeface="Sintony"/>
              <a:ea typeface="Sintony"/>
              <a:cs typeface="Sintony"/>
              <a:sym typeface="Sintony"/>
            </a:endParaRPr>
          </a:p>
        </p:txBody>
      </p:sp>
      <p:sp>
        <p:nvSpPr>
          <p:cNvPr id="260" name="Google Shape;260;p17"/>
          <p:cNvSpPr/>
          <p:nvPr/>
        </p:nvSpPr>
        <p:spPr>
          <a:xfrm>
            <a:off x="2681648" y="3524100"/>
            <a:ext cx="11709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FALSE</a:t>
            </a:r>
            <a:endParaRPr b="1">
              <a:latin typeface="Sintony"/>
              <a:ea typeface="Sintony"/>
              <a:cs typeface="Sintony"/>
              <a:sym typeface="Sintony"/>
            </a:endParaRPr>
          </a:p>
        </p:txBody>
      </p:sp>
      <p:sp>
        <p:nvSpPr>
          <p:cNvPr id="261" name="Google Shape;261;p17"/>
          <p:cNvSpPr/>
          <p:nvPr>
            <p:ph idx="2" type="pic"/>
          </p:nvPr>
        </p:nvSpPr>
        <p:spPr>
          <a:xfrm>
            <a:off x="4940600" y="0"/>
            <a:ext cx="4203600" cy="5143500"/>
          </a:xfrm>
          <a:prstGeom prst="rect">
            <a:avLst/>
          </a:prstGeom>
          <a:noFill/>
          <a:ln>
            <a:noFill/>
          </a:ln>
        </p:spPr>
      </p:sp>
      <p:grpSp>
        <p:nvGrpSpPr>
          <p:cNvPr id="262" name="Google Shape;262;p17"/>
          <p:cNvGrpSpPr/>
          <p:nvPr/>
        </p:nvGrpSpPr>
        <p:grpSpPr>
          <a:xfrm>
            <a:off x="4379635" y="4508086"/>
            <a:ext cx="697259" cy="697259"/>
            <a:chOff x="2421225" y="305100"/>
            <a:chExt cx="1684200" cy="1684200"/>
          </a:xfrm>
        </p:grpSpPr>
        <p:sp>
          <p:nvSpPr>
            <p:cNvPr id="263" name="Google Shape;263;p17"/>
            <p:cNvSpPr/>
            <p:nvPr/>
          </p:nvSpPr>
          <p:spPr>
            <a:xfrm rot="-5400000">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64" name="Google Shape;264;p17"/>
            <p:cNvSpPr/>
            <p:nvPr/>
          </p:nvSpPr>
          <p:spPr>
            <a:xfrm>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65" name="Google Shape;265;p17"/>
            <p:cNvSpPr/>
            <p:nvPr/>
          </p:nvSpPr>
          <p:spPr>
            <a:xfrm rot="-8100000">
              <a:off x="3039778" y="304985"/>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66" name="Google Shape;266;p17"/>
            <p:cNvSpPr/>
            <p:nvPr/>
          </p:nvSpPr>
          <p:spPr>
            <a:xfrm rot="-2700000">
              <a:off x="3039689" y="305076"/>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False 2">
  <p:cSld name="CUSTOM_11">
    <p:bg>
      <p:bgPr>
        <a:solidFill>
          <a:schemeClr val="accent5"/>
        </a:solidFill>
      </p:bgPr>
    </p:bg>
    <p:spTree>
      <p:nvGrpSpPr>
        <p:cNvPr id="267" name="Shape 267"/>
        <p:cNvGrpSpPr/>
        <p:nvPr/>
      </p:nvGrpSpPr>
      <p:grpSpPr>
        <a:xfrm>
          <a:off x="0" y="0"/>
          <a:ext cx="0" cy="0"/>
          <a:chOff x="0" y="0"/>
          <a:chExt cx="0" cy="0"/>
        </a:xfrm>
      </p:grpSpPr>
      <p:grpSp>
        <p:nvGrpSpPr>
          <p:cNvPr id="268" name="Google Shape;268;p18"/>
          <p:cNvGrpSpPr/>
          <p:nvPr/>
        </p:nvGrpSpPr>
        <p:grpSpPr>
          <a:xfrm>
            <a:off x="-173925" y="4571075"/>
            <a:ext cx="697200" cy="697200"/>
            <a:chOff x="2645475" y="456275"/>
            <a:chExt cx="697200" cy="697200"/>
          </a:xfrm>
        </p:grpSpPr>
        <p:sp>
          <p:nvSpPr>
            <p:cNvPr id="269" name="Google Shape;269;p18"/>
            <p:cNvSpPr/>
            <p:nvPr/>
          </p:nvSpPr>
          <p:spPr>
            <a:xfrm>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70" name="Google Shape;270;p18"/>
            <p:cNvSpPr/>
            <p:nvPr/>
          </p:nvSpPr>
          <p:spPr>
            <a:xfrm rot="-5400000">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71" name="Google Shape;271;p18"/>
            <p:cNvSpPr/>
            <p:nvPr/>
          </p:nvSpPr>
          <p:spPr>
            <a:xfrm rot="-2700000">
              <a:off x="2977290" y="456299"/>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72" name="Google Shape;272;p18"/>
            <p:cNvSpPr/>
            <p:nvPr/>
          </p:nvSpPr>
          <p:spPr>
            <a:xfrm rot="-8100000">
              <a:off x="2977349" y="456394"/>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73" name="Google Shape;273;p18"/>
            <p:cNvSpPr/>
            <p:nvPr/>
          </p:nvSpPr>
          <p:spPr>
            <a:xfrm rot="-1387885">
              <a:off x="2977170" y="456436"/>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74" name="Google Shape;274;p18"/>
            <p:cNvSpPr/>
            <p:nvPr/>
          </p:nvSpPr>
          <p:spPr>
            <a:xfrm rot="-6787885">
              <a:off x="2977359" y="456451"/>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75" name="Google Shape;275;p18"/>
            <p:cNvSpPr/>
            <p:nvPr/>
          </p:nvSpPr>
          <p:spPr>
            <a:xfrm rot="-4109047">
              <a:off x="2977190" y="456337"/>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76" name="Google Shape;276;p18"/>
            <p:cNvSpPr/>
            <p:nvPr/>
          </p:nvSpPr>
          <p:spPr>
            <a:xfrm rot="-9509047">
              <a:off x="2977270" y="456558"/>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77" name="Google Shape;277;p18"/>
          <p:cNvSpPr txBox="1"/>
          <p:nvPr>
            <p:ph type="title"/>
          </p:nvPr>
        </p:nvSpPr>
        <p:spPr>
          <a:xfrm>
            <a:off x="4483625" y="673625"/>
            <a:ext cx="4183200" cy="15114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78" name="Google Shape;278;p18"/>
          <p:cNvSpPr/>
          <p:nvPr/>
        </p:nvSpPr>
        <p:spPr>
          <a:xfrm>
            <a:off x="397650" y="760524"/>
            <a:ext cx="3680100" cy="3989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79" name="Google Shape;279;p18"/>
          <p:cNvSpPr/>
          <p:nvPr>
            <p:ph idx="2" type="pic"/>
          </p:nvPr>
        </p:nvSpPr>
        <p:spPr>
          <a:xfrm>
            <a:off x="311700" y="445025"/>
            <a:ext cx="3680100" cy="4214400"/>
          </a:xfrm>
          <a:prstGeom prst="rect">
            <a:avLst/>
          </a:prstGeom>
          <a:noFill/>
          <a:ln cap="flat" cmpd="sng" w="19050">
            <a:solidFill>
              <a:srgbClr val="000000"/>
            </a:solidFill>
            <a:prstDash val="solid"/>
            <a:round/>
            <a:headEnd len="sm" w="sm" type="none"/>
            <a:tailEnd len="sm" w="sm" type="none"/>
          </a:ln>
        </p:spPr>
      </p:sp>
      <p:sp>
        <p:nvSpPr>
          <p:cNvPr id="280" name="Google Shape;280;p18"/>
          <p:cNvSpPr/>
          <p:nvPr/>
        </p:nvSpPr>
        <p:spPr>
          <a:xfrm>
            <a:off x="4483631" y="3038550"/>
            <a:ext cx="41832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TRUE</a:t>
            </a:r>
            <a:endParaRPr b="1">
              <a:latin typeface="Sintony"/>
              <a:ea typeface="Sintony"/>
              <a:cs typeface="Sintony"/>
              <a:sym typeface="Sintony"/>
            </a:endParaRPr>
          </a:p>
        </p:txBody>
      </p:sp>
      <p:sp>
        <p:nvSpPr>
          <p:cNvPr id="281" name="Google Shape;281;p18"/>
          <p:cNvSpPr/>
          <p:nvPr/>
        </p:nvSpPr>
        <p:spPr>
          <a:xfrm>
            <a:off x="4483623" y="3850525"/>
            <a:ext cx="41832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FALSE</a:t>
            </a:r>
            <a:endParaRPr b="1">
              <a:latin typeface="Sintony"/>
              <a:ea typeface="Sintony"/>
              <a:cs typeface="Sintony"/>
              <a:sym typeface="Sintony"/>
            </a:endParaRPr>
          </a:p>
        </p:txBody>
      </p:sp>
      <p:grpSp>
        <p:nvGrpSpPr>
          <p:cNvPr id="282" name="Google Shape;282;p18"/>
          <p:cNvGrpSpPr/>
          <p:nvPr/>
        </p:nvGrpSpPr>
        <p:grpSpPr>
          <a:xfrm>
            <a:off x="8642600" y="-57150"/>
            <a:ext cx="849600" cy="697200"/>
            <a:chOff x="489200" y="476250"/>
            <a:chExt cx="849600" cy="697200"/>
          </a:xfrm>
        </p:grpSpPr>
        <p:sp>
          <p:nvSpPr>
            <p:cNvPr id="283" name="Google Shape;283;p18"/>
            <p:cNvSpPr/>
            <p:nvPr/>
          </p:nvSpPr>
          <p:spPr>
            <a:xfrm>
              <a:off x="489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84" name="Google Shape;284;p18"/>
            <p:cNvSpPr/>
            <p:nvPr/>
          </p:nvSpPr>
          <p:spPr>
            <a:xfrm>
              <a:off x="6416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85" name="Google Shape;285;p18"/>
            <p:cNvSpPr/>
            <p:nvPr/>
          </p:nvSpPr>
          <p:spPr>
            <a:xfrm>
              <a:off x="7940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86" name="Google Shape;286;p18"/>
            <p:cNvSpPr/>
            <p:nvPr/>
          </p:nvSpPr>
          <p:spPr>
            <a:xfrm>
              <a:off x="9464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87" name="Google Shape;287;p18"/>
            <p:cNvSpPr/>
            <p:nvPr/>
          </p:nvSpPr>
          <p:spPr>
            <a:xfrm>
              <a:off x="10988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88" name="Google Shape;288;p18"/>
            <p:cNvSpPr/>
            <p:nvPr/>
          </p:nvSpPr>
          <p:spPr>
            <a:xfrm>
              <a:off x="1251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89" name="Google Shape;289;p18"/>
            <p:cNvSpPr/>
            <p:nvPr/>
          </p:nvSpPr>
          <p:spPr>
            <a:xfrm>
              <a:off x="489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0" name="Google Shape;290;p18"/>
            <p:cNvSpPr/>
            <p:nvPr/>
          </p:nvSpPr>
          <p:spPr>
            <a:xfrm>
              <a:off x="6416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1" name="Google Shape;291;p18"/>
            <p:cNvSpPr/>
            <p:nvPr/>
          </p:nvSpPr>
          <p:spPr>
            <a:xfrm>
              <a:off x="7940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2" name="Google Shape;292;p18"/>
            <p:cNvSpPr/>
            <p:nvPr/>
          </p:nvSpPr>
          <p:spPr>
            <a:xfrm>
              <a:off x="9464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3" name="Google Shape;293;p18"/>
            <p:cNvSpPr/>
            <p:nvPr/>
          </p:nvSpPr>
          <p:spPr>
            <a:xfrm>
              <a:off x="10988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4" name="Google Shape;294;p18"/>
            <p:cNvSpPr/>
            <p:nvPr/>
          </p:nvSpPr>
          <p:spPr>
            <a:xfrm>
              <a:off x="1251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5" name="Google Shape;295;p18"/>
            <p:cNvSpPr/>
            <p:nvPr/>
          </p:nvSpPr>
          <p:spPr>
            <a:xfrm>
              <a:off x="489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6" name="Google Shape;296;p18"/>
            <p:cNvSpPr/>
            <p:nvPr/>
          </p:nvSpPr>
          <p:spPr>
            <a:xfrm>
              <a:off x="6416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7" name="Google Shape;297;p18"/>
            <p:cNvSpPr/>
            <p:nvPr/>
          </p:nvSpPr>
          <p:spPr>
            <a:xfrm>
              <a:off x="7940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8" name="Google Shape;298;p18"/>
            <p:cNvSpPr/>
            <p:nvPr/>
          </p:nvSpPr>
          <p:spPr>
            <a:xfrm>
              <a:off x="9464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99" name="Google Shape;299;p18"/>
            <p:cNvSpPr/>
            <p:nvPr/>
          </p:nvSpPr>
          <p:spPr>
            <a:xfrm>
              <a:off x="10988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0" name="Google Shape;300;p18"/>
            <p:cNvSpPr/>
            <p:nvPr/>
          </p:nvSpPr>
          <p:spPr>
            <a:xfrm>
              <a:off x="1251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1" name="Google Shape;301;p18"/>
            <p:cNvSpPr/>
            <p:nvPr/>
          </p:nvSpPr>
          <p:spPr>
            <a:xfrm>
              <a:off x="489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2" name="Google Shape;302;p18"/>
            <p:cNvSpPr/>
            <p:nvPr/>
          </p:nvSpPr>
          <p:spPr>
            <a:xfrm>
              <a:off x="6416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3" name="Google Shape;303;p18"/>
            <p:cNvSpPr/>
            <p:nvPr/>
          </p:nvSpPr>
          <p:spPr>
            <a:xfrm>
              <a:off x="7940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4" name="Google Shape;304;p18"/>
            <p:cNvSpPr/>
            <p:nvPr/>
          </p:nvSpPr>
          <p:spPr>
            <a:xfrm>
              <a:off x="9464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5" name="Google Shape;305;p18"/>
            <p:cNvSpPr/>
            <p:nvPr/>
          </p:nvSpPr>
          <p:spPr>
            <a:xfrm>
              <a:off x="10988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6" name="Google Shape;306;p18"/>
            <p:cNvSpPr/>
            <p:nvPr/>
          </p:nvSpPr>
          <p:spPr>
            <a:xfrm>
              <a:off x="1251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7" name="Google Shape;307;p18"/>
            <p:cNvSpPr/>
            <p:nvPr/>
          </p:nvSpPr>
          <p:spPr>
            <a:xfrm>
              <a:off x="489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8" name="Google Shape;308;p18"/>
            <p:cNvSpPr/>
            <p:nvPr/>
          </p:nvSpPr>
          <p:spPr>
            <a:xfrm>
              <a:off x="6416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09" name="Google Shape;309;p18"/>
            <p:cNvSpPr/>
            <p:nvPr/>
          </p:nvSpPr>
          <p:spPr>
            <a:xfrm>
              <a:off x="7940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10" name="Google Shape;310;p18"/>
            <p:cNvSpPr/>
            <p:nvPr/>
          </p:nvSpPr>
          <p:spPr>
            <a:xfrm>
              <a:off x="9464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11" name="Google Shape;311;p18"/>
            <p:cNvSpPr/>
            <p:nvPr/>
          </p:nvSpPr>
          <p:spPr>
            <a:xfrm>
              <a:off x="10988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12" name="Google Shape;312;p18"/>
            <p:cNvSpPr/>
            <p:nvPr/>
          </p:nvSpPr>
          <p:spPr>
            <a:xfrm>
              <a:off x="1251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CQ type 1">
  <p:cSld name="CUSTOM_3">
    <p:bg>
      <p:bgPr>
        <a:solidFill>
          <a:schemeClr val="accent6"/>
        </a:solidFill>
      </p:bgPr>
    </p:bg>
    <p:spTree>
      <p:nvGrpSpPr>
        <p:cNvPr id="313" name="Shape 313"/>
        <p:cNvGrpSpPr/>
        <p:nvPr/>
      </p:nvGrpSpPr>
      <p:grpSpPr>
        <a:xfrm>
          <a:off x="0" y="0"/>
          <a:ext cx="0" cy="0"/>
          <a:chOff x="0" y="0"/>
          <a:chExt cx="0" cy="0"/>
        </a:xfrm>
      </p:grpSpPr>
      <p:grpSp>
        <p:nvGrpSpPr>
          <p:cNvPr id="314" name="Google Shape;314;p19"/>
          <p:cNvGrpSpPr/>
          <p:nvPr/>
        </p:nvGrpSpPr>
        <p:grpSpPr>
          <a:xfrm>
            <a:off x="7178825" y="-1812429"/>
            <a:ext cx="2745900" cy="3493200"/>
            <a:chOff x="7178825" y="-1812429"/>
            <a:chExt cx="2745900" cy="3493200"/>
          </a:xfrm>
        </p:grpSpPr>
        <p:cxnSp>
          <p:nvCxnSpPr>
            <p:cNvPr id="315" name="Google Shape;315;p19"/>
            <p:cNvCxnSpPr/>
            <p:nvPr/>
          </p:nvCxnSpPr>
          <p:spPr>
            <a:xfrm>
              <a:off x="7459281"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16" name="Google Shape;316;p19"/>
            <p:cNvCxnSpPr/>
            <p:nvPr/>
          </p:nvCxnSpPr>
          <p:spPr>
            <a:xfrm>
              <a:off x="7728115"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17" name="Google Shape;317;p19"/>
            <p:cNvCxnSpPr/>
            <p:nvPr/>
          </p:nvCxnSpPr>
          <p:spPr>
            <a:xfrm>
              <a:off x="7996948"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18" name="Google Shape;318;p19"/>
            <p:cNvCxnSpPr/>
            <p:nvPr/>
          </p:nvCxnSpPr>
          <p:spPr>
            <a:xfrm>
              <a:off x="8265782"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19" name="Google Shape;319;p19"/>
            <p:cNvCxnSpPr/>
            <p:nvPr/>
          </p:nvCxnSpPr>
          <p:spPr>
            <a:xfrm>
              <a:off x="85346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20" name="Google Shape;320;p19"/>
            <p:cNvCxnSpPr/>
            <p:nvPr/>
          </p:nvCxnSpPr>
          <p:spPr>
            <a:xfrm>
              <a:off x="8803449"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21" name="Google Shape;321;p19"/>
            <p:cNvCxnSpPr/>
            <p:nvPr/>
          </p:nvCxnSpPr>
          <p:spPr>
            <a:xfrm>
              <a:off x="9072283"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22" name="Google Shape;322;p19"/>
            <p:cNvCxnSpPr/>
            <p:nvPr/>
          </p:nvCxnSpPr>
          <p:spPr>
            <a:xfrm>
              <a:off x="93411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23" name="Google Shape;323;p19"/>
            <p:cNvCxnSpPr/>
            <p:nvPr/>
          </p:nvCxnSpPr>
          <p:spPr>
            <a:xfrm>
              <a:off x="9609950"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324" name="Google Shape;324;p19"/>
            <p:cNvCxnSpPr/>
            <p:nvPr/>
          </p:nvCxnSpPr>
          <p:spPr>
            <a:xfrm>
              <a:off x="8551775" y="-291802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25" name="Google Shape;325;p19"/>
            <p:cNvCxnSpPr/>
            <p:nvPr/>
          </p:nvCxnSpPr>
          <p:spPr>
            <a:xfrm>
              <a:off x="8551775" y="-2649191"/>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26" name="Google Shape;326;p19"/>
            <p:cNvCxnSpPr/>
            <p:nvPr/>
          </p:nvCxnSpPr>
          <p:spPr>
            <a:xfrm>
              <a:off x="8551775" y="-2380357"/>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27" name="Google Shape;327;p19"/>
            <p:cNvCxnSpPr/>
            <p:nvPr/>
          </p:nvCxnSpPr>
          <p:spPr>
            <a:xfrm>
              <a:off x="8551775" y="-2111523"/>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28" name="Google Shape;328;p19"/>
            <p:cNvCxnSpPr/>
            <p:nvPr/>
          </p:nvCxnSpPr>
          <p:spPr>
            <a:xfrm>
              <a:off x="8551775" y="-1842689"/>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29" name="Google Shape;329;p19"/>
            <p:cNvCxnSpPr/>
            <p:nvPr/>
          </p:nvCxnSpPr>
          <p:spPr>
            <a:xfrm>
              <a:off x="8551775" y="-157385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30" name="Google Shape;330;p19"/>
            <p:cNvCxnSpPr/>
            <p:nvPr/>
          </p:nvCxnSpPr>
          <p:spPr>
            <a:xfrm>
              <a:off x="8551775" y="-1305020"/>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31" name="Google Shape;331;p19"/>
            <p:cNvCxnSpPr/>
            <p:nvPr/>
          </p:nvCxnSpPr>
          <p:spPr>
            <a:xfrm>
              <a:off x="8551775" y="-1036186"/>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32" name="Google Shape;332;p19"/>
            <p:cNvCxnSpPr/>
            <p:nvPr/>
          </p:nvCxnSpPr>
          <p:spPr>
            <a:xfrm>
              <a:off x="8551775" y="-767352"/>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33" name="Google Shape;333;p19"/>
            <p:cNvCxnSpPr/>
            <p:nvPr/>
          </p:nvCxnSpPr>
          <p:spPr>
            <a:xfrm>
              <a:off x="8551775" y="-498518"/>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34" name="Google Shape;334;p19"/>
            <p:cNvCxnSpPr/>
            <p:nvPr/>
          </p:nvCxnSpPr>
          <p:spPr>
            <a:xfrm>
              <a:off x="8551775" y="-229684"/>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335" name="Google Shape;335;p19"/>
            <p:cNvCxnSpPr/>
            <p:nvPr/>
          </p:nvCxnSpPr>
          <p:spPr>
            <a:xfrm>
              <a:off x="8551775" y="39150"/>
              <a:ext cx="0" cy="2745900"/>
            </a:xfrm>
            <a:prstGeom prst="straightConnector1">
              <a:avLst/>
            </a:prstGeom>
            <a:noFill/>
            <a:ln cap="flat" cmpd="sng" w="9525">
              <a:solidFill>
                <a:schemeClr val="lt1"/>
              </a:solidFill>
              <a:prstDash val="solid"/>
              <a:round/>
              <a:headEnd len="med" w="med" type="none"/>
              <a:tailEnd len="med" w="med" type="none"/>
            </a:ln>
          </p:spPr>
        </p:cxnSp>
      </p:grpSp>
      <p:sp>
        <p:nvSpPr>
          <p:cNvPr id="336" name="Google Shape;336;p19"/>
          <p:cNvSpPr/>
          <p:nvPr/>
        </p:nvSpPr>
        <p:spPr>
          <a:xfrm>
            <a:off x="5012066" y="760532"/>
            <a:ext cx="3680100" cy="3709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37" name="Google Shape;337;p19"/>
          <p:cNvSpPr txBox="1"/>
          <p:nvPr>
            <p:ph type="title"/>
          </p:nvPr>
        </p:nvSpPr>
        <p:spPr>
          <a:xfrm>
            <a:off x="311700" y="445025"/>
            <a:ext cx="3912600" cy="446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38" name="Google Shape;338;p19"/>
          <p:cNvSpPr/>
          <p:nvPr>
            <p:ph idx="2" type="pic"/>
          </p:nvPr>
        </p:nvSpPr>
        <p:spPr>
          <a:xfrm>
            <a:off x="4926125" y="673775"/>
            <a:ext cx="3680100" cy="3709200"/>
          </a:xfrm>
          <a:prstGeom prst="rect">
            <a:avLst/>
          </a:prstGeom>
          <a:noFill/>
          <a:ln cap="flat" cmpd="sng" w="19050">
            <a:solidFill>
              <a:srgbClr val="000000"/>
            </a:solidFill>
            <a:prstDash val="solid"/>
            <a:round/>
            <a:headEnd len="sm" w="sm" type="none"/>
            <a:tailEnd len="sm" w="sm" type="none"/>
          </a:ln>
        </p:spPr>
      </p:sp>
      <p:sp>
        <p:nvSpPr>
          <p:cNvPr id="339" name="Google Shape;339;p19"/>
          <p:cNvSpPr/>
          <p:nvPr/>
        </p:nvSpPr>
        <p:spPr>
          <a:xfrm>
            <a:off x="311703" y="3906575"/>
            <a:ext cx="27459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340" name="Google Shape;340;p19"/>
          <p:cNvSpPr/>
          <p:nvPr/>
        </p:nvSpPr>
        <p:spPr>
          <a:xfrm>
            <a:off x="311703" y="3148375"/>
            <a:ext cx="27459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341" name="Google Shape;341;p19"/>
          <p:cNvSpPr/>
          <p:nvPr/>
        </p:nvSpPr>
        <p:spPr>
          <a:xfrm>
            <a:off x="311703" y="2390175"/>
            <a:ext cx="27459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342" name="Google Shape;342;p19"/>
          <p:cNvSpPr/>
          <p:nvPr/>
        </p:nvSpPr>
        <p:spPr>
          <a:xfrm>
            <a:off x="311703" y="1631975"/>
            <a:ext cx="27459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343" name="Google Shape;343;p19"/>
          <p:cNvSpPr txBox="1"/>
          <p:nvPr>
            <p:ph idx="1" type="subTitle"/>
          </p:nvPr>
        </p:nvSpPr>
        <p:spPr>
          <a:xfrm>
            <a:off x="923250" y="1732650"/>
            <a:ext cx="20307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19"/>
          <p:cNvSpPr txBox="1"/>
          <p:nvPr>
            <p:ph idx="3" type="subTitle"/>
          </p:nvPr>
        </p:nvSpPr>
        <p:spPr>
          <a:xfrm>
            <a:off x="925247" y="2481375"/>
            <a:ext cx="20307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5" name="Google Shape;345;p19"/>
          <p:cNvSpPr txBox="1"/>
          <p:nvPr>
            <p:ph idx="4" type="subTitle"/>
          </p:nvPr>
        </p:nvSpPr>
        <p:spPr>
          <a:xfrm>
            <a:off x="923250" y="3239575"/>
            <a:ext cx="20307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6" name="Google Shape;346;p19"/>
          <p:cNvSpPr txBox="1"/>
          <p:nvPr>
            <p:ph idx="5" type="subTitle"/>
          </p:nvPr>
        </p:nvSpPr>
        <p:spPr>
          <a:xfrm>
            <a:off x="925247" y="3997775"/>
            <a:ext cx="20307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7" name="Google Shape;347;p19"/>
          <p:cNvSpPr txBox="1"/>
          <p:nvPr/>
        </p:nvSpPr>
        <p:spPr>
          <a:xfrm>
            <a:off x="363600" y="16700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A.</a:t>
            </a:r>
            <a:endParaRPr b="1">
              <a:solidFill>
                <a:schemeClr val="dk2"/>
              </a:solidFill>
              <a:latin typeface="Sintony"/>
              <a:ea typeface="Sintony"/>
              <a:cs typeface="Sintony"/>
              <a:sym typeface="Sintony"/>
            </a:endParaRPr>
          </a:p>
        </p:txBody>
      </p:sp>
      <p:sp>
        <p:nvSpPr>
          <p:cNvPr id="348" name="Google Shape;348;p19"/>
          <p:cNvSpPr txBox="1"/>
          <p:nvPr/>
        </p:nvSpPr>
        <p:spPr>
          <a:xfrm>
            <a:off x="363600" y="24282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B.</a:t>
            </a:r>
            <a:endParaRPr b="1">
              <a:solidFill>
                <a:schemeClr val="dk2"/>
              </a:solidFill>
              <a:latin typeface="Sintony"/>
              <a:ea typeface="Sintony"/>
              <a:cs typeface="Sintony"/>
              <a:sym typeface="Sintony"/>
            </a:endParaRPr>
          </a:p>
        </p:txBody>
      </p:sp>
      <p:sp>
        <p:nvSpPr>
          <p:cNvPr id="349" name="Google Shape;349;p19"/>
          <p:cNvSpPr txBox="1"/>
          <p:nvPr/>
        </p:nvSpPr>
        <p:spPr>
          <a:xfrm>
            <a:off x="363600" y="31864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C.</a:t>
            </a:r>
            <a:endParaRPr b="1">
              <a:solidFill>
                <a:schemeClr val="dk2"/>
              </a:solidFill>
              <a:latin typeface="Sintony"/>
              <a:ea typeface="Sintony"/>
              <a:cs typeface="Sintony"/>
              <a:sym typeface="Sintony"/>
            </a:endParaRPr>
          </a:p>
        </p:txBody>
      </p:sp>
      <p:sp>
        <p:nvSpPr>
          <p:cNvPr id="350" name="Google Shape;350;p19"/>
          <p:cNvSpPr txBox="1"/>
          <p:nvPr/>
        </p:nvSpPr>
        <p:spPr>
          <a:xfrm>
            <a:off x="363600" y="39446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D.</a:t>
            </a:r>
            <a:endParaRPr b="1">
              <a:solidFill>
                <a:schemeClr val="dk2"/>
              </a:solidFill>
              <a:latin typeface="Sintony"/>
              <a:ea typeface="Sintony"/>
              <a:cs typeface="Sintony"/>
              <a:sym typeface="Sintony"/>
            </a:endParaRPr>
          </a:p>
        </p:txBody>
      </p:sp>
      <p:grpSp>
        <p:nvGrpSpPr>
          <p:cNvPr id="351" name="Google Shape;351;p19"/>
          <p:cNvGrpSpPr/>
          <p:nvPr/>
        </p:nvGrpSpPr>
        <p:grpSpPr>
          <a:xfrm>
            <a:off x="4033260" y="4291786"/>
            <a:ext cx="697259" cy="697259"/>
            <a:chOff x="2421225" y="305100"/>
            <a:chExt cx="1684200" cy="1684200"/>
          </a:xfrm>
        </p:grpSpPr>
        <p:sp>
          <p:nvSpPr>
            <p:cNvPr id="352" name="Google Shape;352;p19"/>
            <p:cNvSpPr/>
            <p:nvPr/>
          </p:nvSpPr>
          <p:spPr>
            <a:xfrm rot="-5400000">
              <a:off x="3039675" y="305100"/>
              <a:ext cx="447300" cy="1684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53" name="Google Shape;353;p19"/>
            <p:cNvSpPr/>
            <p:nvPr/>
          </p:nvSpPr>
          <p:spPr>
            <a:xfrm>
              <a:off x="3039675" y="305100"/>
              <a:ext cx="447300" cy="1684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54" name="Google Shape;354;p19"/>
            <p:cNvSpPr/>
            <p:nvPr/>
          </p:nvSpPr>
          <p:spPr>
            <a:xfrm rot="-8100000">
              <a:off x="3039778" y="304985"/>
              <a:ext cx="447174" cy="1684328"/>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55" name="Google Shape;355;p19"/>
            <p:cNvSpPr/>
            <p:nvPr/>
          </p:nvSpPr>
          <p:spPr>
            <a:xfrm rot="-2700000">
              <a:off x="3039689" y="305076"/>
              <a:ext cx="447174" cy="1684328"/>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CQ type 2">
  <p:cSld name="CUSTOM_4">
    <p:spTree>
      <p:nvGrpSpPr>
        <p:cNvPr id="356" name="Shape 356"/>
        <p:cNvGrpSpPr/>
        <p:nvPr/>
      </p:nvGrpSpPr>
      <p:grpSpPr>
        <a:xfrm>
          <a:off x="0" y="0"/>
          <a:ext cx="0" cy="0"/>
          <a:chOff x="0" y="0"/>
          <a:chExt cx="0" cy="0"/>
        </a:xfrm>
      </p:grpSpPr>
      <p:sp>
        <p:nvSpPr>
          <p:cNvPr id="357" name="Google Shape;357;p20"/>
          <p:cNvSpPr/>
          <p:nvPr/>
        </p:nvSpPr>
        <p:spPr>
          <a:xfrm>
            <a:off x="-6325" y="3452725"/>
            <a:ext cx="9144000" cy="16908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58" name="Google Shape;358;p2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59" name="Google Shape;359;p20"/>
          <p:cNvSpPr/>
          <p:nvPr>
            <p:ph idx="2" type="pic"/>
          </p:nvPr>
        </p:nvSpPr>
        <p:spPr>
          <a:xfrm>
            <a:off x="311700" y="2633475"/>
            <a:ext cx="1911000" cy="1911000"/>
          </a:xfrm>
          <a:prstGeom prst="rect">
            <a:avLst/>
          </a:prstGeom>
          <a:noFill/>
          <a:ln cap="flat" cmpd="sng" w="19050">
            <a:solidFill>
              <a:srgbClr val="000000"/>
            </a:solidFill>
            <a:prstDash val="solid"/>
            <a:round/>
            <a:headEnd len="sm" w="sm" type="none"/>
            <a:tailEnd len="sm" w="sm" type="none"/>
          </a:ln>
        </p:spPr>
      </p:sp>
      <p:sp>
        <p:nvSpPr>
          <p:cNvPr id="360" name="Google Shape;360;p20"/>
          <p:cNvSpPr/>
          <p:nvPr>
            <p:ph idx="3" type="pic"/>
          </p:nvPr>
        </p:nvSpPr>
        <p:spPr>
          <a:xfrm>
            <a:off x="6921300" y="2633475"/>
            <a:ext cx="1911000" cy="1911000"/>
          </a:xfrm>
          <a:prstGeom prst="rect">
            <a:avLst/>
          </a:prstGeom>
          <a:noFill/>
          <a:ln cap="flat" cmpd="sng" w="19050">
            <a:solidFill>
              <a:srgbClr val="000000"/>
            </a:solidFill>
            <a:prstDash val="solid"/>
            <a:round/>
            <a:headEnd len="sm" w="sm" type="none"/>
            <a:tailEnd len="sm" w="sm" type="none"/>
          </a:ln>
        </p:spPr>
      </p:sp>
      <p:sp>
        <p:nvSpPr>
          <p:cNvPr id="361" name="Google Shape;361;p20"/>
          <p:cNvSpPr/>
          <p:nvPr>
            <p:ph idx="4" type="pic"/>
          </p:nvPr>
        </p:nvSpPr>
        <p:spPr>
          <a:xfrm>
            <a:off x="4718100" y="2633475"/>
            <a:ext cx="1911000" cy="1911000"/>
          </a:xfrm>
          <a:prstGeom prst="rect">
            <a:avLst/>
          </a:prstGeom>
          <a:noFill/>
          <a:ln cap="flat" cmpd="sng" w="19050">
            <a:solidFill>
              <a:srgbClr val="000000"/>
            </a:solidFill>
            <a:prstDash val="solid"/>
            <a:round/>
            <a:headEnd len="sm" w="sm" type="none"/>
            <a:tailEnd len="sm" w="sm" type="none"/>
          </a:ln>
        </p:spPr>
      </p:sp>
      <p:sp>
        <p:nvSpPr>
          <p:cNvPr id="362" name="Google Shape;362;p20"/>
          <p:cNvSpPr/>
          <p:nvPr>
            <p:ph idx="5" type="pic"/>
          </p:nvPr>
        </p:nvSpPr>
        <p:spPr>
          <a:xfrm>
            <a:off x="2514900" y="2633475"/>
            <a:ext cx="1911000" cy="1911000"/>
          </a:xfrm>
          <a:prstGeom prst="rect">
            <a:avLst/>
          </a:prstGeom>
          <a:noFill/>
          <a:ln cap="flat" cmpd="sng" w="19050">
            <a:solidFill>
              <a:srgbClr val="000000"/>
            </a:solidFill>
            <a:prstDash val="solid"/>
            <a:round/>
            <a:headEnd len="sm" w="sm" type="none"/>
            <a:tailEnd len="sm" w="sm" type="none"/>
          </a:ln>
        </p:spPr>
      </p:sp>
      <p:sp>
        <p:nvSpPr>
          <p:cNvPr id="363" name="Google Shape;363;p20"/>
          <p:cNvSpPr/>
          <p:nvPr/>
        </p:nvSpPr>
        <p:spPr>
          <a:xfrm>
            <a:off x="311700" y="1978540"/>
            <a:ext cx="483900" cy="483900"/>
          </a:xfrm>
          <a:prstGeom prst="rect">
            <a:avLst/>
          </a:prstGeom>
          <a:solidFill>
            <a:schemeClr val="accent5"/>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A</a:t>
            </a:r>
            <a:endParaRPr b="1">
              <a:latin typeface="Sintony"/>
              <a:ea typeface="Sintony"/>
              <a:cs typeface="Sintony"/>
              <a:sym typeface="Sintony"/>
            </a:endParaRPr>
          </a:p>
        </p:txBody>
      </p:sp>
      <p:sp>
        <p:nvSpPr>
          <p:cNvPr id="364" name="Google Shape;364;p20"/>
          <p:cNvSpPr/>
          <p:nvPr/>
        </p:nvSpPr>
        <p:spPr>
          <a:xfrm>
            <a:off x="2514900" y="1978540"/>
            <a:ext cx="483900" cy="483900"/>
          </a:xfrm>
          <a:prstGeom prst="rect">
            <a:avLst/>
          </a:prstGeom>
          <a:solidFill>
            <a:schemeClr val="accent5"/>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B</a:t>
            </a:r>
            <a:endParaRPr b="1">
              <a:latin typeface="Sintony"/>
              <a:ea typeface="Sintony"/>
              <a:cs typeface="Sintony"/>
              <a:sym typeface="Sintony"/>
            </a:endParaRPr>
          </a:p>
        </p:txBody>
      </p:sp>
      <p:sp>
        <p:nvSpPr>
          <p:cNvPr id="365" name="Google Shape;365;p20"/>
          <p:cNvSpPr/>
          <p:nvPr/>
        </p:nvSpPr>
        <p:spPr>
          <a:xfrm>
            <a:off x="4718100" y="1978540"/>
            <a:ext cx="483900" cy="483900"/>
          </a:xfrm>
          <a:prstGeom prst="rect">
            <a:avLst/>
          </a:prstGeom>
          <a:solidFill>
            <a:schemeClr val="accent5"/>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C</a:t>
            </a:r>
            <a:endParaRPr b="1">
              <a:latin typeface="Sintony"/>
              <a:ea typeface="Sintony"/>
              <a:cs typeface="Sintony"/>
              <a:sym typeface="Sintony"/>
            </a:endParaRPr>
          </a:p>
        </p:txBody>
      </p:sp>
      <p:sp>
        <p:nvSpPr>
          <p:cNvPr id="366" name="Google Shape;366;p20"/>
          <p:cNvSpPr/>
          <p:nvPr/>
        </p:nvSpPr>
        <p:spPr>
          <a:xfrm>
            <a:off x="6921300" y="1978540"/>
            <a:ext cx="483900" cy="483900"/>
          </a:xfrm>
          <a:prstGeom prst="rect">
            <a:avLst/>
          </a:prstGeom>
          <a:solidFill>
            <a:schemeClr val="accent5"/>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D</a:t>
            </a:r>
            <a:endParaRPr b="1">
              <a:latin typeface="Sintony"/>
              <a:ea typeface="Sintony"/>
              <a:cs typeface="Sintony"/>
              <a:sym typeface="Sintony"/>
            </a:endParaRPr>
          </a:p>
        </p:txBody>
      </p:sp>
      <p:sp>
        <p:nvSpPr>
          <p:cNvPr id="367" name="Google Shape;367;p20"/>
          <p:cNvSpPr/>
          <p:nvPr/>
        </p:nvSpPr>
        <p:spPr>
          <a:xfrm>
            <a:off x="7405200" y="320525"/>
            <a:ext cx="1333800" cy="1236000"/>
          </a:xfrm>
          <a:prstGeom prst="star8">
            <a:avLst>
              <a:gd fmla="val 30113"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368" name="Google Shape;368;p20"/>
          <p:cNvGrpSpPr/>
          <p:nvPr/>
        </p:nvGrpSpPr>
        <p:grpSpPr>
          <a:xfrm>
            <a:off x="-653800" y="1162050"/>
            <a:ext cx="849600" cy="697200"/>
            <a:chOff x="489200" y="476250"/>
            <a:chExt cx="849600" cy="697200"/>
          </a:xfrm>
        </p:grpSpPr>
        <p:sp>
          <p:nvSpPr>
            <p:cNvPr id="369" name="Google Shape;369;p20"/>
            <p:cNvSpPr/>
            <p:nvPr/>
          </p:nvSpPr>
          <p:spPr>
            <a:xfrm>
              <a:off x="489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0" name="Google Shape;370;p20"/>
            <p:cNvSpPr/>
            <p:nvPr/>
          </p:nvSpPr>
          <p:spPr>
            <a:xfrm>
              <a:off x="6416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1" name="Google Shape;371;p20"/>
            <p:cNvSpPr/>
            <p:nvPr/>
          </p:nvSpPr>
          <p:spPr>
            <a:xfrm>
              <a:off x="7940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2" name="Google Shape;372;p20"/>
            <p:cNvSpPr/>
            <p:nvPr/>
          </p:nvSpPr>
          <p:spPr>
            <a:xfrm>
              <a:off x="9464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3" name="Google Shape;373;p20"/>
            <p:cNvSpPr/>
            <p:nvPr/>
          </p:nvSpPr>
          <p:spPr>
            <a:xfrm>
              <a:off x="10988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4" name="Google Shape;374;p20"/>
            <p:cNvSpPr/>
            <p:nvPr/>
          </p:nvSpPr>
          <p:spPr>
            <a:xfrm>
              <a:off x="1251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5" name="Google Shape;375;p20"/>
            <p:cNvSpPr/>
            <p:nvPr/>
          </p:nvSpPr>
          <p:spPr>
            <a:xfrm>
              <a:off x="489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6" name="Google Shape;376;p20"/>
            <p:cNvSpPr/>
            <p:nvPr/>
          </p:nvSpPr>
          <p:spPr>
            <a:xfrm>
              <a:off x="6416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7" name="Google Shape;377;p20"/>
            <p:cNvSpPr/>
            <p:nvPr/>
          </p:nvSpPr>
          <p:spPr>
            <a:xfrm>
              <a:off x="7940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8" name="Google Shape;378;p20"/>
            <p:cNvSpPr/>
            <p:nvPr/>
          </p:nvSpPr>
          <p:spPr>
            <a:xfrm>
              <a:off x="9464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79" name="Google Shape;379;p20"/>
            <p:cNvSpPr/>
            <p:nvPr/>
          </p:nvSpPr>
          <p:spPr>
            <a:xfrm>
              <a:off x="10988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0" name="Google Shape;380;p20"/>
            <p:cNvSpPr/>
            <p:nvPr/>
          </p:nvSpPr>
          <p:spPr>
            <a:xfrm>
              <a:off x="1251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1" name="Google Shape;381;p20"/>
            <p:cNvSpPr/>
            <p:nvPr/>
          </p:nvSpPr>
          <p:spPr>
            <a:xfrm>
              <a:off x="489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2" name="Google Shape;382;p20"/>
            <p:cNvSpPr/>
            <p:nvPr/>
          </p:nvSpPr>
          <p:spPr>
            <a:xfrm>
              <a:off x="6416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3" name="Google Shape;383;p20"/>
            <p:cNvSpPr/>
            <p:nvPr/>
          </p:nvSpPr>
          <p:spPr>
            <a:xfrm>
              <a:off x="7940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4" name="Google Shape;384;p20"/>
            <p:cNvSpPr/>
            <p:nvPr/>
          </p:nvSpPr>
          <p:spPr>
            <a:xfrm>
              <a:off x="9464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5" name="Google Shape;385;p20"/>
            <p:cNvSpPr/>
            <p:nvPr/>
          </p:nvSpPr>
          <p:spPr>
            <a:xfrm>
              <a:off x="10988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6" name="Google Shape;386;p20"/>
            <p:cNvSpPr/>
            <p:nvPr/>
          </p:nvSpPr>
          <p:spPr>
            <a:xfrm>
              <a:off x="1251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7" name="Google Shape;387;p20"/>
            <p:cNvSpPr/>
            <p:nvPr/>
          </p:nvSpPr>
          <p:spPr>
            <a:xfrm>
              <a:off x="489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8" name="Google Shape;388;p20"/>
            <p:cNvSpPr/>
            <p:nvPr/>
          </p:nvSpPr>
          <p:spPr>
            <a:xfrm>
              <a:off x="6416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89" name="Google Shape;389;p20"/>
            <p:cNvSpPr/>
            <p:nvPr/>
          </p:nvSpPr>
          <p:spPr>
            <a:xfrm>
              <a:off x="7940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0" name="Google Shape;390;p20"/>
            <p:cNvSpPr/>
            <p:nvPr/>
          </p:nvSpPr>
          <p:spPr>
            <a:xfrm>
              <a:off x="9464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1" name="Google Shape;391;p20"/>
            <p:cNvSpPr/>
            <p:nvPr/>
          </p:nvSpPr>
          <p:spPr>
            <a:xfrm>
              <a:off x="10988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2" name="Google Shape;392;p20"/>
            <p:cNvSpPr/>
            <p:nvPr/>
          </p:nvSpPr>
          <p:spPr>
            <a:xfrm>
              <a:off x="1251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3" name="Google Shape;393;p20"/>
            <p:cNvSpPr/>
            <p:nvPr/>
          </p:nvSpPr>
          <p:spPr>
            <a:xfrm>
              <a:off x="489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4" name="Google Shape;394;p20"/>
            <p:cNvSpPr/>
            <p:nvPr/>
          </p:nvSpPr>
          <p:spPr>
            <a:xfrm>
              <a:off x="6416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5" name="Google Shape;395;p20"/>
            <p:cNvSpPr/>
            <p:nvPr/>
          </p:nvSpPr>
          <p:spPr>
            <a:xfrm>
              <a:off x="7940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6" name="Google Shape;396;p20"/>
            <p:cNvSpPr/>
            <p:nvPr/>
          </p:nvSpPr>
          <p:spPr>
            <a:xfrm>
              <a:off x="9464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7" name="Google Shape;397;p20"/>
            <p:cNvSpPr/>
            <p:nvPr/>
          </p:nvSpPr>
          <p:spPr>
            <a:xfrm>
              <a:off x="10988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398" name="Google Shape;398;p20"/>
            <p:cNvSpPr/>
            <p:nvPr/>
          </p:nvSpPr>
          <p:spPr>
            <a:xfrm>
              <a:off x="1251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CQ type 3">
  <p:cSld name="CUSTOM_5">
    <p:bg>
      <p:bgPr>
        <a:solidFill>
          <a:schemeClr val="accent5"/>
        </a:solidFill>
      </p:bgPr>
    </p:bg>
    <p:spTree>
      <p:nvGrpSpPr>
        <p:cNvPr id="399" name="Shape 399"/>
        <p:cNvGrpSpPr/>
        <p:nvPr/>
      </p:nvGrpSpPr>
      <p:grpSpPr>
        <a:xfrm>
          <a:off x="0" y="0"/>
          <a:ext cx="0" cy="0"/>
          <a:chOff x="0" y="0"/>
          <a:chExt cx="0" cy="0"/>
        </a:xfrm>
      </p:grpSpPr>
      <p:sp>
        <p:nvSpPr>
          <p:cNvPr id="400" name="Google Shape;400;p21"/>
          <p:cNvSpPr/>
          <p:nvPr/>
        </p:nvSpPr>
        <p:spPr>
          <a:xfrm>
            <a:off x="-6325" y="-9475"/>
            <a:ext cx="4572000" cy="5143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01" name="Google Shape;401;p21"/>
          <p:cNvSpPr/>
          <p:nvPr/>
        </p:nvSpPr>
        <p:spPr>
          <a:xfrm>
            <a:off x="387900" y="398775"/>
            <a:ext cx="3794100" cy="2105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02" name="Google Shape;402;p21"/>
          <p:cNvSpPr txBox="1"/>
          <p:nvPr>
            <p:ph type="title"/>
          </p:nvPr>
        </p:nvSpPr>
        <p:spPr>
          <a:xfrm>
            <a:off x="311700" y="2722725"/>
            <a:ext cx="3870300" cy="2058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403" name="Google Shape;403;p21"/>
          <p:cNvSpPr/>
          <p:nvPr>
            <p:ph idx="2" type="pic"/>
          </p:nvPr>
        </p:nvSpPr>
        <p:spPr>
          <a:xfrm>
            <a:off x="311700" y="322500"/>
            <a:ext cx="3794100" cy="2105700"/>
          </a:xfrm>
          <a:prstGeom prst="rect">
            <a:avLst/>
          </a:prstGeom>
          <a:noFill/>
          <a:ln>
            <a:noFill/>
          </a:ln>
        </p:spPr>
      </p:sp>
      <p:sp>
        <p:nvSpPr>
          <p:cNvPr id="404" name="Google Shape;404;p21"/>
          <p:cNvSpPr/>
          <p:nvPr/>
        </p:nvSpPr>
        <p:spPr>
          <a:xfrm>
            <a:off x="4958327" y="398775"/>
            <a:ext cx="37941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05" name="Google Shape;405;p21"/>
          <p:cNvSpPr txBox="1"/>
          <p:nvPr>
            <p:ph idx="1" type="subTitle"/>
          </p:nvPr>
        </p:nvSpPr>
        <p:spPr>
          <a:xfrm>
            <a:off x="5803294" y="617950"/>
            <a:ext cx="28059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6" name="Google Shape;406;p21"/>
          <p:cNvSpPr txBox="1"/>
          <p:nvPr/>
        </p:nvSpPr>
        <p:spPr>
          <a:xfrm>
            <a:off x="5030031" y="555375"/>
            <a:ext cx="5241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A.</a:t>
            </a:r>
            <a:endParaRPr b="1">
              <a:solidFill>
                <a:schemeClr val="dk2"/>
              </a:solidFill>
              <a:latin typeface="Sintony"/>
              <a:ea typeface="Sintony"/>
              <a:cs typeface="Sintony"/>
              <a:sym typeface="Sintony"/>
            </a:endParaRPr>
          </a:p>
        </p:txBody>
      </p:sp>
      <p:sp>
        <p:nvSpPr>
          <p:cNvPr id="407" name="Google Shape;407;p21"/>
          <p:cNvSpPr/>
          <p:nvPr/>
        </p:nvSpPr>
        <p:spPr>
          <a:xfrm>
            <a:off x="4958327" y="1605225"/>
            <a:ext cx="37941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08" name="Google Shape;408;p21"/>
          <p:cNvSpPr txBox="1"/>
          <p:nvPr>
            <p:ph idx="3" type="subTitle"/>
          </p:nvPr>
        </p:nvSpPr>
        <p:spPr>
          <a:xfrm>
            <a:off x="5803294" y="1824400"/>
            <a:ext cx="28059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9" name="Google Shape;409;p21"/>
          <p:cNvSpPr txBox="1"/>
          <p:nvPr/>
        </p:nvSpPr>
        <p:spPr>
          <a:xfrm>
            <a:off x="5030031" y="1761825"/>
            <a:ext cx="5241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B.</a:t>
            </a:r>
            <a:endParaRPr b="1">
              <a:solidFill>
                <a:schemeClr val="dk2"/>
              </a:solidFill>
              <a:latin typeface="Sintony"/>
              <a:ea typeface="Sintony"/>
              <a:cs typeface="Sintony"/>
              <a:sym typeface="Sintony"/>
            </a:endParaRPr>
          </a:p>
        </p:txBody>
      </p:sp>
      <p:sp>
        <p:nvSpPr>
          <p:cNvPr id="410" name="Google Shape;410;p21"/>
          <p:cNvSpPr/>
          <p:nvPr/>
        </p:nvSpPr>
        <p:spPr>
          <a:xfrm>
            <a:off x="4958327" y="2811675"/>
            <a:ext cx="37941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11" name="Google Shape;411;p21"/>
          <p:cNvSpPr txBox="1"/>
          <p:nvPr>
            <p:ph idx="4" type="subTitle"/>
          </p:nvPr>
        </p:nvSpPr>
        <p:spPr>
          <a:xfrm>
            <a:off x="5803294" y="3030850"/>
            <a:ext cx="28059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2" name="Google Shape;412;p21"/>
          <p:cNvSpPr txBox="1"/>
          <p:nvPr/>
        </p:nvSpPr>
        <p:spPr>
          <a:xfrm>
            <a:off x="5030031" y="2968275"/>
            <a:ext cx="5241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C.</a:t>
            </a:r>
            <a:endParaRPr b="1">
              <a:solidFill>
                <a:schemeClr val="dk2"/>
              </a:solidFill>
              <a:latin typeface="Sintony"/>
              <a:ea typeface="Sintony"/>
              <a:cs typeface="Sintony"/>
              <a:sym typeface="Sintony"/>
            </a:endParaRPr>
          </a:p>
        </p:txBody>
      </p:sp>
      <p:sp>
        <p:nvSpPr>
          <p:cNvPr id="413" name="Google Shape;413;p21"/>
          <p:cNvSpPr/>
          <p:nvPr/>
        </p:nvSpPr>
        <p:spPr>
          <a:xfrm>
            <a:off x="4958327" y="4096425"/>
            <a:ext cx="37941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14" name="Google Shape;414;p21"/>
          <p:cNvSpPr txBox="1"/>
          <p:nvPr>
            <p:ph idx="5" type="subTitle"/>
          </p:nvPr>
        </p:nvSpPr>
        <p:spPr>
          <a:xfrm>
            <a:off x="5803294" y="4315600"/>
            <a:ext cx="28059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5" name="Google Shape;415;p21"/>
          <p:cNvSpPr txBox="1"/>
          <p:nvPr/>
        </p:nvSpPr>
        <p:spPr>
          <a:xfrm>
            <a:off x="5030031" y="4253025"/>
            <a:ext cx="5241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D.</a:t>
            </a:r>
            <a:endParaRPr b="1">
              <a:solidFill>
                <a:schemeClr val="dk2"/>
              </a:solidFill>
              <a:latin typeface="Sintony"/>
              <a:ea typeface="Sintony"/>
              <a:cs typeface="Sintony"/>
              <a:sym typeface="Sintony"/>
            </a:endParaRPr>
          </a:p>
        </p:txBody>
      </p:sp>
      <p:grpSp>
        <p:nvGrpSpPr>
          <p:cNvPr id="416" name="Google Shape;416;p21"/>
          <p:cNvGrpSpPr/>
          <p:nvPr/>
        </p:nvGrpSpPr>
        <p:grpSpPr>
          <a:xfrm>
            <a:off x="-729338" y="4494880"/>
            <a:ext cx="1422149" cy="1422149"/>
            <a:chOff x="2645475" y="456275"/>
            <a:chExt cx="697200" cy="697200"/>
          </a:xfrm>
        </p:grpSpPr>
        <p:sp>
          <p:nvSpPr>
            <p:cNvPr id="417" name="Google Shape;417;p21"/>
            <p:cNvSpPr/>
            <p:nvPr/>
          </p:nvSpPr>
          <p:spPr>
            <a:xfrm>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18" name="Google Shape;418;p21"/>
            <p:cNvSpPr/>
            <p:nvPr/>
          </p:nvSpPr>
          <p:spPr>
            <a:xfrm rot="-5400000">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19" name="Google Shape;419;p21"/>
            <p:cNvSpPr/>
            <p:nvPr/>
          </p:nvSpPr>
          <p:spPr>
            <a:xfrm rot="-2700000">
              <a:off x="2977290" y="456299"/>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20" name="Google Shape;420;p21"/>
            <p:cNvSpPr/>
            <p:nvPr/>
          </p:nvSpPr>
          <p:spPr>
            <a:xfrm rot="-8100000">
              <a:off x="2977349" y="456394"/>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21" name="Google Shape;421;p21"/>
            <p:cNvSpPr/>
            <p:nvPr/>
          </p:nvSpPr>
          <p:spPr>
            <a:xfrm rot="-1387885">
              <a:off x="2977170" y="456436"/>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22" name="Google Shape;422;p21"/>
            <p:cNvSpPr/>
            <p:nvPr/>
          </p:nvSpPr>
          <p:spPr>
            <a:xfrm rot="-6787885">
              <a:off x="2977359" y="456451"/>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23" name="Google Shape;423;p21"/>
            <p:cNvSpPr/>
            <p:nvPr/>
          </p:nvSpPr>
          <p:spPr>
            <a:xfrm rot="-4109047">
              <a:off x="2977190" y="456337"/>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24" name="Google Shape;424;p21"/>
            <p:cNvSpPr/>
            <p:nvPr/>
          </p:nvSpPr>
          <p:spPr>
            <a:xfrm rot="-9509047">
              <a:off x="2977270" y="456558"/>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CQ type 4">
  <p:cSld name="CUSTOM_6">
    <p:spTree>
      <p:nvGrpSpPr>
        <p:cNvPr id="425" name="Shape 425"/>
        <p:cNvGrpSpPr/>
        <p:nvPr/>
      </p:nvGrpSpPr>
      <p:grpSpPr>
        <a:xfrm>
          <a:off x="0" y="0"/>
          <a:ext cx="0" cy="0"/>
          <a:chOff x="0" y="0"/>
          <a:chExt cx="0" cy="0"/>
        </a:xfrm>
      </p:grpSpPr>
      <p:sp>
        <p:nvSpPr>
          <p:cNvPr id="426" name="Google Shape;426;p22"/>
          <p:cNvSpPr/>
          <p:nvPr/>
        </p:nvSpPr>
        <p:spPr>
          <a:xfrm>
            <a:off x="7240575" y="0"/>
            <a:ext cx="1903500" cy="51435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27" name="Google Shape;427;p22"/>
          <p:cNvSpPr/>
          <p:nvPr/>
        </p:nvSpPr>
        <p:spPr>
          <a:xfrm>
            <a:off x="6092847" y="760525"/>
            <a:ext cx="2599200" cy="3709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28" name="Google Shape;428;p22"/>
          <p:cNvSpPr txBox="1"/>
          <p:nvPr>
            <p:ph type="title"/>
          </p:nvPr>
        </p:nvSpPr>
        <p:spPr>
          <a:xfrm>
            <a:off x="311700" y="445025"/>
            <a:ext cx="5136000" cy="18885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429" name="Google Shape;429;p22"/>
          <p:cNvSpPr/>
          <p:nvPr>
            <p:ph idx="2" type="pic"/>
          </p:nvPr>
        </p:nvSpPr>
        <p:spPr>
          <a:xfrm>
            <a:off x="6092850" y="673775"/>
            <a:ext cx="2513400" cy="3709200"/>
          </a:xfrm>
          <a:prstGeom prst="rect">
            <a:avLst/>
          </a:prstGeom>
          <a:noFill/>
          <a:ln cap="flat" cmpd="sng" w="19050">
            <a:solidFill>
              <a:srgbClr val="000000"/>
            </a:solidFill>
            <a:prstDash val="solid"/>
            <a:round/>
            <a:headEnd len="sm" w="sm" type="none"/>
            <a:tailEnd len="sm" w="sm" type="none"/>
          </a:ln>
        </p:spPr>
      </p:sp>
      <p:sp>
        <p:nvSpPr>
          <p:cNvPr id="430" name="Google Shape;430;p22"/>
          <p:cNvSpPr/>
          <p:nvPr/>
        </p:nvSpPr>
        <p:spPr>
          <a:xfrm>
            <a:off x="3090925" y="3906575"/>
            <a:ext cx="23568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31" name="Google Shape;431;p22"/>
          <p:cNvSpPr/>
          <p:nvPr/>
        </p:nvSpPr>
        <p:spPr>
          <a:xfrm>
            <a:off x="3090925" y="3148375"/>
            <a:ext cx="23568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32" name="Google Shape;432;p22"/>
          <p:cNvSpPr/>
          <p:nvPr/>
        </p:nvSpPr>
        <p:spPr>
          <a:xfrm>
            <a:off x="311700" y="3906575"/>
            <a:ext cx="23568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33" name="Google Shape;433;p22"/>
          <p:cNvSpPr/>
          <p:nvPr/>
        </p:nvSpPr>
        <p:spPr>
          <a:xfrm>
            <a:off x="311700" y="3148375"/>
            <a:ext cx="23568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34" name="Google Shape;434;p22"/>
          <p:cNvSpPr txBox="1"/>
          <p:nvPr>
            <p:ph idx="1" type="subTitle"/>
          </p:nvPr>
        </p:nvSpPr>
        <p:spPr>
          <a:xfrm>
            <a:off x="836606" y="3249050"/>
            <a:ext cx="17430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5" name="Google Shape;435;p22"/>
          <p:cNvSpPr txBox="1"/>
          <p:nvPr>
            <p:ph idx="3" type="subTitle"/>
          </p:nvPr>
        </p:nvSpPr>
        <p:spPr>
          <a:xfrm>
            <a:off x="838320" y="3997775"/>
            <a:ext cx="17430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6" name="Google Shape;436;p22"/>
          <p:cNvSpPr txBox="1"/>
          <p:nvPr>
            <p:ph idx="4" type="subTitle"/>
          </p:nvPr>
        </p:nvSpPr>
        <p:spPr>
          <a:xfrm>
            <a:off x="3615814" y="3239575"/>
            <a:ext cx="17430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7" name="Google Shape;437;p22"/>
          <p:cNvSpPr txBox="1"/>
          <p:nvPr>
            <p:ph idx="5" type="subTitle"/>
          </p:nvPr>
        </p:nvSpPr>
        <p:spPr>
          <a:xfrm>
            <a:off x="3617528" y="3997775"/>
            <a:ext cx="17430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8" name="Google Shape;438;p22"/>
          <p:cNvSpPr txBox="1"/>
          <p:nvPr/>
        </p:nvSpPr>
        <p:spPr>
          <a:xfrm>
            <a:off x="363600" y="31864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A.</a:t>
            </a:r>
            <a:endParaRPr b="1">
              <a:solidFill>
                <a:schemeClr val="dk2"/>
              </a:solidFill>
              <a:latin typeface="Sintony"/>
              <a:ea typeface="Sintony"/>
              <a:cs typeface="Sintony"/>
              <a:sym typeface="Sintony"/>
            </a:endParaRPr>
          </a:p>
        </p:txBody>
      </p:sp>
      <p:sp>
        <p:nvSpPr>
          <p:cNvPr id="439" name="Google Shape;439;p22"/>
          <p:cNvSpPr txBox="1"/>
          <p:nvPr/>
        </p:nvSpPr>
        <p:spPr>
          <a:xfrm>
            <a:off x="363600" y="39446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B.</a:t>
            </a:r>
            <a:endParaRPr b="1">
              <a:solidFill>
                <a:schemeClr val="dk2"/>
              </a:solidFill>
              <a:latin typeface="Sintony"/>
              <a:ea typeface="Sintony"/>
              <a:cs typeface="Sintony"/>
              <a:sym typeface="Sintony"/>
            </a:endParaRPr>
          </a:p>
        </p:txBody>
      </p:sp>
      <p:sp>
        <p:nvSpPr>
          <p:cNvPr id="440" name="Google Shape;440;p22"/>
          <p:cNvSpPr txBox="1"/>
          <p:nvPr/>
        </p:nvSpPr>
        <p:spPr>
          <a:xfrm>
            <a:off x="3161100" y="31864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C.</a:t>
            </a:r>
            <a:endParaRPr b="1">
              <a:solidFill>
                <a:schemeClr val="dk2"/>
              </a:solidFill>
              <a:latin typeface="Sintony"/>
              <a:ea typeface="Sintony"/>
              <a:cs typeface="Sintony"/>
              <a:sym typeface="Sintony"/>
            </a:endParaRPr>
          </a:p>
        </p:txBody>
      </p:sp>
      <p:sp>
        <p:nvSpPr>
          <p:cNvPr id="441" name="Google Shape;441;p22"/>
          <p:cNvSpPr txBox="1"/>
          <p:nvPr/>
        </p:nvSpPr>
        <p:spPr>
          <a:xfrm>
            <a:off x="3161100" y="39446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D.</a:t>
            </a:r>
            <a:endParaRPr b="1">
              <a:solidFill>
                <a:schemeClr val="dk2"/>
              </a:solidFill>
              <a:latin typeface="Sintony"/>
              <a:ea typeface="Sintony"/>
              <a:cs typeface="Sintony"/>
              <a:sym typeface="Sintony"/>
            </a:endParaRPr>
          </a:p>
        </p:txBody>
      </p:sp>
      <p:sp>
        <p:nvSpPr>
          <p:cNvPr id="442" name="Google Shape;442;p22"/>
          <p:cNvSpPr/>
          <p:nvPr/>
        </p:nvSpPr>
        <p:spPr>
          <a:xfrm>
            <a:off x="-407149" y="1649100"/>
            <a:ext cx="752400" cy="1153500"/>
          </a:xfrm>
          <a:prstGeom prst="star8">
            <a:avLst>
              <a:gd fmla="val 301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CQ type 5">
  <p:cSld name="CUSTOM_7">
    <p:bg>
      <p:bgPr>
        <a:solidFill>
          <a:schemeClr val="accent5"/>
        </a:solidFill>
      </p:bgPr>
    </p:bg>
    <p:spTree>
      <p:nvGrpSpPr>
        <p:cNvPr id="443" name="Shape 443"/>
        <p:cNvGrpSpPr/>
        <p:nvPr/>
      </p:nvGrpSpPr>
      <p:grpSpPr>
        <a:xfrm>
          <a:off x="0" y="0"/>
          <a:ext cx="0" cy="0"/>
          <a:chOff x="0" y="0"/>
          <a:chExt cx="0" cy="0"/>
        </a:xfrm>
      </p:grpSpPr>
      <p:grpSp>
        <p:nvGrpSpPr>
          <p:cNvPr id="444" name="Google Shape;444;p23"/>
          <p:cNvGrpSpPr/>
          <p:nvPr/>
        </p:nvGrpSpPr>
        <p:grpSpPr>
          <a:xfrm>
            <a:off x="5657246" y="1723920"/>
            <a:ext cx="3245117" cy="3245117"/>
            <a:chOff x="2645475" y="456275"/>
            <a:chExt cx="697200" cy="697200"/>
          </a:xfrm>
        </p:grpSpPr>
        <p:sp>
          <p:nvSpPr>
            <p:cNvPr id="445" name="Google Shape;445;p23"/>
            <p:cNvSpPr/>
            <p:nvPr/>
          </p:nvSpPr>
          <p:spPr>
            <a:xfrm>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46" name="Google Shape;446;p23"/>
            <p:cNvSpPr/>
            <p:nvPr/>
          </p:nvSpPr>
          <p:spPr>
            <a:xfrm rot="-5400000">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47" name="Google Shape;447;p23"/>
            <p:cNvSpPr/>
            <p:nvPr/>
          </p:nvSpPr>
          <p:spPr>
            <a:xfrm rot="-2700000">
              <a:off x="2977290" y="456299"/>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48" name="Google Shape;448;p23"/>
            <p:cNvSpPr/>
            <p:nvPr/>
          </p:nvSpPr>
          <p:spPr>
            <a:xfrm rot="-8100000">
              <a:off x="2977349" y="456394"/>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49" name="Google Shape;449;p23"/>
            <p:cNvSpPr/>
            <p:nvPr/>
          </p:nvSpPr>
          <p:spPr>
            <a:xfrm rot="-1387885">
              <a:off x="2977170" y="456436"/>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50" name="Google Shape;450;p23"/>
            <p:cNvSpPr/>
            <p:nvPr/>
          </p:nvSpPr>
          <p:spPr>
            <a:xfrm rot="-6787885">
              <a:off x="2977359" y="456451"/>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51" name="Google Shape;451;p23"/>
            <p:cNvSpPr/>
            <p:nvPr/>
          </p:nvSpPr>
          <p:spPr>
            <a:xfrm rot="-4109047">
              <a:off x="2977190" y="456337"/>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52" name="Google Shape;452;p23"/>
            <p:cNvSpPr/>
            <p:nvPr/>
          </p:nvSpPr>
          <p:spPr>
            <a:xfrm rot="-9509047">
              <a:off x="2977270" y="456558"/>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453" name="Google Shape;453;p23"/>
          <p:cNvSpPr txBox="1"/>
          <p:nvPr>
            <p:ph type="title"/>
          </p:nvPr>
        </p:nvSpPr>
        <p:spPr>
          <a:xfrm>
            <a:off x="311700" y="445025"/>
            <a:ext cx="8520600" cy="16512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454" name="Google Shape;454;p23"/>
          <p:cNvSpPr/>
          <p:nvPr/>
        </p:nvSpPr>
        <p:spPr>
          <a:xfrm>
            <a:off x="3471925" y="3677975"/>
            <a:ext cx="23568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55" name="Google Shape;455;p23"/>
          <p:cNvSpPr/>
          <p:nvPr/>
        </p:nvSpPr>
        <p:spPr>
          <a:xfrm>
            <a:off x="3471925" y="2919775"/>
            <a:ext cx="23568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56" name="Google Shape;456;p23"/>
          <p:cNvSpPr/>
          <p:nvPr/>
        </p:nvSpPr>
        <p:spPr>
          <a:xfrm>
            <a:off x="311700" y="3677975"/>
            <a:ext cx="23568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57" name="Google Shape;457;p23"/>
          <p:cNvSpPr/>
          <p:nvPr/>
        </p:nvSpPr>
        <p:spPr>
          <a:xfrm>
            <a:off x="311700" y="2919775"/>
            <a:ext cx="23568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458" name="Google Shape;458;p23"/>
          <p:cNvSpPr txBox="1"/>
          <p:nvPr>
            <p:ph idx="1" type="subTitle"/>
          </p:nvPr>
        </p:nvSpPr>
        <p:spPr>
          <a:xfrm>
            <a:off x="836606" y="3020450"/>
            <a:ext cx="17430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9" name="Google Shape;459;p23"/>
          <p:cNvSpPr txBox="1"/>
          <p:nvPr>
            <p:ph idx="2" type="subTitle"/>
          </p:nvPr>
        </p:nvSpPr>
        <p:spPr>
          <a:xfrm>
            <a:off x="838320" y="3769175"/>
            <a:ext cx="17430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0" name="Google Shape;460;p23"/>
          <p:cNvSpPr txBox="1"/>
          <p:nvPr>
            <p:ph idx="3" type="subTitle"/>
          </p:nvPr>
        </p:nvSpPr>
        <p:spPr>
          <a:xfrm>
            <a:off x="3996814" y="3010975"/>
            <a:ext cx="17430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1" name="Google Shape;461;p23"/>
          <p:cNvSpPr txBox="1"/>
          <p:nvPr>
            <p:ph idx="4" type="subTitle"/>
          </p:nvPr>
        </p:nvSpPr>
        <p:spPr>
          <a:xfrm>
            <a:off x="3998528" y="3769175"/>
            <a:ext cx="1743000" cy="294000"/>
          </a:xfrm>
          <a:prstGeom prst="rect">
            <a:avLst/>
          </a:prstGeom>
        </p:spPr>
        <p:txBody>
          <a:bodyPr anchorCtr="0" anchor="ctr" bIns="0" lIns="0" spcFirstLastPara="1" rIns="0" wrap="square" tIns="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23"/>
          <p:cNvSpPr txBox="1"/>
          <p:nvPr/>
        </p:nvSpPr>
        <p:spPr>
          <a:xfrm>
            <a:off x="363600" y="29578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A.</a:t>
            </a:r>
            <a:endParaRPr b="1">
              <a:solidFill>
                <a:schemeClr val="dk2"/>
              </a:solidFill>
              <a:latin typeface="Sintony"/>
              <a:ea typeface="Sintony"/>
              <a:cs typeface="Sintony"/>
              <a:sym typeface="Sintony"/>
            </a:endParaRPr>
          </a:p>
        </p:txBody>
      </p:sp>
      <p:sp>
        <p:nvSpPr>
          <p:cNvPr id="463" name="Google Shape;463;p23"/>
          <p:cNvSpPr txBox="1"/>
          <p:nvPr/>
        </p:nvSpPr>
        <p:spPr>
          <a:xfrm>
            <a:off x="363600" y="37160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B.</a:t>
            </a:r>
            <a:endParaRPr b="1">
              <a:solidFill>
                <a:schemeClr val="dk2"/>
              </a:solidFill>
              <a:latin typeface="Sintony"/>
              <a:ea typeface="Sintony"/>
              <a:cs typeface="Sintony"/>
              <a:sym typeface="Sintony"/>
            </a:endParaRPr>
          </a:p>
        </p:txBody>
      </p:sp>
      <p:sp>
        <p:nvSpPr>
          <p:cNvPr id="464" name="Google Shape;464;p23"/>
          <p:cNvSpPr txBox="1"/>
          <p:nvPr/>
        </p:nvSpPr>
        <p:spPr>
          <a:xfrm>
            <a:off x="3542100" y="29578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C.</a:t>
            </a:r>
            <a:endParaRPr b="1">
              <a:solidFill>
                <a:schemeClr val="dk2"/>
              </a:solidFill>
              <a:latin typeface="Sintony"/>
              <a:ea typeface="Sintony"/>
              <a:cs typeface="Sintony"/>
              <a:sym typeface="Sintony"/>
            </a:endParaRPr>
          </a:p>
        </p:txBody>
      </p:sp>
      <p:sp>
        <p:nvSpPr>
          <p:cNvPr id="465" name="Google Shape;465;p23"/>
          <p:cNvSpPr txBox="1"/>
          <p:nvPr/>
        </p:nvSpPr>
        <p:spPr>
          <a:xfrm>
            <a:off x="3542100" y="37160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D.</a:t>
            </a:r>
            <a:endParaRPr b="1">
              <a:solidFill>
                <a:schemeClr val="dk2"/>
              </a:solidFill>
              <a:latin typeface="Sintony"/>
              <a:ea typeface="Sintony"/>
              <a:cs typeface="Sintony"/>
              <a:sym typeface="Sintony"/>
            </a:endParaRPr>
          </a:p>
        </p:txBody>
      </p:sp>
      <p:grpSp>
        <p:nvGrpSpPr>
          <p:cNvPr id="466" name="Google Shape;466;p23"/>
          <p:cNvGrpSpPr/>
          <p:nvPr/>
        </p:nvGrpSpPr>
        <p:grpSpPr>
          <a:xfrm>
            <a:off x="336800" y="-438150"/>
            <a:ext cx="849600" cy="697200"/>
            <a:chOff x="489200" y="476250"/>
            <a:chExt cx="849600" cy="697200"/>
          </a:xfrm>
        </p:grpSpPr>
        <p:sp>
          <p:nvSpPr>
            <p:cNvPr id="467" name="Google Shape;467;p23"/>
            <p:cNvSpPr/>
            <p:nvPr/>
          </p:nvSpPr>
          <p:spPr>
            <a:xfrm>
              <a:off x="489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68" name="Google Shape;468;p23"/>
            <p:cNvSpPr/>
            <p:nvPr/>
          </p:nvSpPr>
          <p:spPr>
            <a:xfrm>
              <a:off x="6416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69" name="Google Shape;469;p23"/>
            <p:cNvSpPr/>
            <p:nvPr/>
          </p:nvSpPr>
          <p:spPr>
            <a:xfrm>
              <a:off x="7940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0" name="Google Shape;470;p23"/>
            <p:cNvSpPr/>
            <p:nvPr/>
          </p:nvSpPr>
          <p:spPr>
            <a:xfrm>
              <a:off x="9464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1" name="Google Shape;471;p23"/>
            <p:cNvSpPr/>
            <p:nvPr/>
          </p:nvSpPr>
          <p:spPr>
            <a:xfrm>
              <a:off x="10988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2" name="Google Shape;472;p23"/>
            <p:cNvSpPr/>
            <p:nvPr/>
          </p:nvSpPr>
          <p:spPr>
            <a:xfrm>
              <a:off x="1251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3" name="Google Shape;473;p23"/>
            <p:cNvSpPr/>
            <p:nvPr/>
          </p:nvSpPr>
          <p:spPr>
            <a:xfrm>
              <a:off x="489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4" name="Google Shape;474;p23"/>
            <p:cNvSpPr/>
            <p:nvPr/>
          </p:nvSpPr>
          <p:spPr>
            <a:xfrm>
              <a:off x="6416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5" name="Google Shape;475;p23"/>
            <p:cNvSpPr/>
            <p:nvPr/>
          </p:nvSpPr>
          <p:spPr>
            <a:xfrm>
              <a:off x="7940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6" name="Google Shape;476;p23"/>
            <p:cNvSpPr/>
            <p:nvPr/>
          </p:nvSpPr>
          <p:spPr>
            <a:xfrm>
              <a:off x="9464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7" name="Google Shape;477;p23"/>
            <p:cNvSpPr/>
            <p:nvPr/>
          </p:nvSpPr>
          <p:spPr>
            <a:xfrm>
              <a:off x="10988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8" name="Google Shape;478;p23"/>
            <p:cNvSpPr/>
            <p:nvPr/>
          </p:nvSpPr>
          <p:spPr>
            <a:xfrm>
              <a:off x="1251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79" name="Google Shape;479;p23"/>
            <p:cNvSpPr/>
            <p:nvPr/>
          </p:nvSpPr>
          <p:spPr>
            <a:xfrm>
              <a:off x="489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0" name="Google Shape;480;p23"/>
            <p:cNvSpPr/>
            <p:nvPr/>
          </p:nvSpPr>
          <p:spPr>
            <a:xfrm>
              <a:off x="6416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1" name="Google Shape;481;p23"/>
            <p:cNvSpPr/>
            <p:nvPr/>
          </p:nvSpPr>
          <p:spPr>
            <a:xfrm>
              <a:off x="7940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2" name="Google Shape;482;p23"/>
            <p:cNvSpPr/>
            <p:nvPr/>
          </p:nvSpPr>
          <p:spPr>
            <a:xfrm>
              <a:off x="9464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3" name="Google Shape;483;p23"/>
            <p:cNvSpPr/>
            <p:nvPr/>
          </p:nvSpPr>
          <p:spPr>
            <a:xfrm>
              <a:off x="10988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4" name="Google Shape;484;p23"/>
            <p:cNvSpPr/>
            <p:nvPr/>
          </p:nvSpPr>
          <p:spPr>
            <a:xfrm>
              <a:off x="1251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5" name="Google Shape;485;p23"/>
            <p:cNvSpPr/>
            <p:nvPr/>
          </p:nvSpPr>
          <p:spPr>
            <a:xfrm>
              <a:off x="489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6" name="Google Shape;486;p23"/>
            <p:cNvSpPr/>
            <p:nvPr/>
          </p:nvSpPr>
          <p:spPr>
            <a:xfrm>
              <a:off x="6416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7" name="Google Shape;487;p23"/>
            <p:cNvSpPr/>
            <p:nvPr/>
          </p:nvSpPr>
          <p:spPr>
            <a:xfrm>
              <a:off x="7940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8" name="Google Shape;488;p23"/>
            <p:cNvSpPr/>
            <p:nvPr/>
          </p:nvSpPr>
          <p:spPr>
            <a:xfrm>
              <a:off x="9464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89" name="Google Shape;489;p23"/>
            <p:cNvSpPr/>
            <p:nvPr/>
          </p:nvSpPr>
          <p:spPr>
            <a:xfrm>
              <a:off x="10988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90" name="Google Shape;490;p23"/>
            <p:cNvSpPr/>
            <p:nvPr/>
          </p:nvSpPr>
          <p:spPr>
            <a:xfrm>
              <a:off x="1251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91" name="Google Shape;491;p23"/>
            <p:cNvSpPr/>
            <p:nvPr/>
          </p:nvSpPr>
          <p:spPr>
            <a:xfrm>
              <a:off x="489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92" name="Google Shape;492;p23"/>
            <p:cNvSpPr/>
            <p:nvPr/>
          </p:nvSpPr>
          <p:spPr>
            <a:xfrm>
              <a:off x="6416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93" name="Google Shape;493;p23"/>
            <p:cNvSpPr/>
            <p:nvPr/>
          </p:nvSpPr>
          <p:spPr>
            <a:xfrm>
              <a:off x="7940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94" name="Google Shape;494;p23"/>
            <p:cNvSpPr/>
            <p:nvPr/>
          </p:nvSpPr>
          <p:spPr>
            <a:xfrm>
              <a:off x="9464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95" name="Google Shape;495;p23"/>
            <p:cNvSpPr/>
            <p:nvPr/>
          </p:nvSpPr>
          <p:spPr>
            <a:xfrm>
              <a:off x="10988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496" name="Google Shape;496;p23"/>
            <p:cNvSpPr/>
            <p:nvPr/>
          </p:nvSpPr>
          <p:spPr>
            <a:xfrm>
              <a:off x="1251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us slide - v1">
  <p:cSld name="CUSTOM_9">
    <p:bg>
      <p:bgPr>
        <a:solidFill>
          <a:schemeClr val="accent4"/>
        </a:solidFill>
      </p:bgPr>
    </p:bg>
    <p:spTree>
      <p:nvGrpSpPr>
        <p:cNvPr id="497" name="Shape 497"/>
        <p:cNvGrpSpPr/>
        <p:nvPr/>
      </p:nvGrpSpPr>
      <p:grpSpPr>
        <a:xfrm>
          <a:off x="0" y="0"/>
          <a:ext cx="0" cy="0"/>
          <a:chOff x="0" y="0"/>
          <a:chExt cx="0" cy="0"/>
        </a:xfrm>
      </p:grpSpPr>
      <p:sp>
        <p:nvSpPr>
          <p:cNvPr id="498" name="Google Shape;498;p24"/>
          <p:cNvSpPr txBox="1"/>
          <p:nvPr>
            <p:ph type="title"/>
          </p:nvPr>
        </p:nvSpPr>
        <p:spPr>
          <a:xfrm>
            <a:off x="311700" y="2273825"/>
            <a:ext cx="8520600" cy="57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499" name="Google Shape;499;p24"/>
          <p:cNvSpPr txBox="1"/>
          <p:nvPr>
            <p:ph idx="1" type="subTitle"/>
          </p:nvPr>
        </p:nvSpPr>
        <p:spPr>
          <a:xfrm>
            <a:off x="297200" y="3547575"/>
            <a:ext cx="2067900" cy="3321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1400"/>
              <a:buNone/>
              <a:defRPr sz="14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500" name="Google Shape;500;p24"/>
          <p:cNvSpPr txBox="1"/>
          <p:nvPr>
            <p:ph idx="2" type="body"/>
          </p:nvPr>
        </p:nvSpPr>
        <p:spPr>
          <a:xfrm>
            <a:off x="306700" y="4040185"/>
            <a:ext cx="2067900" cy="6165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2"/>
              </a:buClr>
              <a:buSzPts val="1100"/>
              <a:buChar char="●"/>
              <a:defRPr sz="1100">
                <a:solidFill>
                  <a:schemeClr val="lt2"/>
                </a:solidFill>
              </a:defRPr>
            </a:lvl1pPr>
            <a:lvl2pPr indent="-298450" lvl="1" marL="914400">
              <a:spcBef>
                <a:spcPts val="0"/>
              </a:spcBef>
              <a:spcAft>
                <a:spcPts val="0"/>
              </a:spcAft>
              <a:buClr>
                <a:schemeClr val="lt2"/>
              </a:buClr>
              <a:buSzPts val="1100"/>
              <a:buChar char="○"/>
              <a:defRPr sz="1100">
                <a:solidFill>
                  <a:schemeClr val="lt2"/>
                </a:solidFill>
              </a:defRPr>
            </a:lvl2pPr>
            <a:lvl3pPr indent="-298450" lvl="2" marL="1371600">
              <a:spcBef>
                <a:spcPts val="0"/>
              </a:spcBef>
              <a:spcAft>
                <a:spcPts val="0"/>
              </a:spcAft>
              <a:buClr>
                <a:schemeClr val="lt2"/>
              </a:buClr>
              <a:buSzPts val="1100"/>
              <a:buChar char="■"/>
              <a:defRPr sz="1100">
                <a:solidFill>
                  <a:schemeClr val="lt2"/>
                </a:solidFill>
              </a:defRPr>
            </a:lvl3pPr>
            <a:lvl4pPr indent="-298450" lvl="3" marL="1828800">
              <a:spcBef>
                <a:spcPts val="0"/>
              </a:spcBef>
              <a:spcAft>
                <a:spcPts val="0"/>
              </a:spcAft>
              <a:buClr>
                <a:schemeClr val="lt2"/>
              </a:buClr>
              <a:buSzPts val="1100"/>
              <a:buChar char="●"/>
              <a:defRPr sz="1100">
                <a:solidFill>
                  <a:schemeClr val="lt2"/>
                </a:solidFill>
              </a:defRPr>
            </a:lvl4pPr>
            <a:lvl5pPr indent="-298450" lvl="4" marL="2286000">
              <a:spcBef>
                <a:spcPts val="0"/>
              </a:spcBef>
              <a:spcAft>
                <a:spcPts val="0"/>
              </a:spcAft>
              <a:buClr>
                <a:schemeClr val="lt2"/>
              </a:buClr>
              <a:buSzPts val="1100"/>
              <a:buChar char="○"/>
              <a:defRPr sz="1100">
                <a:solidFill>
                  <a:schemeClr val="lt2"/>
                </a:solidFill>
              </a:defRPr>
            </a:lvl5pPr>
            <a:lvl6pPr indent="-298450" lvl="5" marL="2743200">
              <a:spcBef>
                <a:spcPts val="0"/>
              </a:spcBef>
              <a:spcAft>
                <a:spcPts val="0"/>
              </a:spcAft>
              <a:buClr>
                <a:schemeClr val="lt2"/>
              </a:buClr>
              <a:buSzPts val="1100"/>
              <a:buChar char="■"/>
              <a:defRPr sz="1100">
                <a:solidFill>
                  <a:schemeClr val="lt2"/>
                </a:solidFill>
              </a:defRPr>
            </a:lvl6pPr>
            <a:lvl7pPr indent="-298450" lvl="6" marL="3200400">
              <a:spcBef>
                <a:spcPts val="0"/>
              </a:spcBef>
              <a:spcAft>
                <a:spcPts val="0"/>
              </a:spcAft>
              <a:buClr>
                <a:schemeClr val="lt2"/>
              </a:buClr>
              <a:buSzPts val="1100"/>
              <a:buChar char="●"/>
              <a:defRPr sz="1100">
                <a:solidFill>
                  <a:schemeClr val="lt2"/>
                </a:solidFill>
              </a:defRPr>
            </a:lvl7pPr>
            <a:lvl8pPr indent="-298450" lvl="7" marL="3657600">
              <a:spcBef>
                <a:spcPts val="0"/>
              </a:spcBef>
              <a:spcAft>
                <a:spcPts val="0"/>
              </a:spcAft>
              <a:buClr>
                <a:schemeClr val="lt2"/>
              </a:buClr>
              <a:buSzPts val="1100"/>
              <a:buChar char="○"/>
              <a:defRPr sz="1100">
                <a:solidFill>
                  <a:schemeClr val="lt2"/>
                </a:solidFill>
              </a:defRPr>
            </a:lvl8pPr>
            <a:lvl9pPr indent="-298450" lvl="8" marL="4114800">
              <a:spcBef>
                <a:spcPts val="0"/>
              </a:spcBef>
              <a:spcAft>
                <a:spcPts val="0"/>
              </a:spcAft>
              <a:buClr>
                <a:schemeClr val="lt2"/>
              </a:buClr>
              <a:buSzPts val="1100"/>
              <a:buChar char="■"/>
              <a:defRPr sz="1100">
                <a:solidFill>
                  <a:schemeClr val="lt2"/>
                </a:solidFill>
              </a:defRPr>
            </a:lvl9pPr>
          </a:lstStyle>
          <a:p/>
        </p:txBody>
      </p:sp>
      <p:sp>
        <p:nvSpPr>
          <p:cNvPr id="501" name="Google Shape;501;p24"/>
          <p:cNvSpPr txBox="1"/>
          <p:nvPr>
            <p:ph idx="3" type="subTitle"/>
          </p:nvPr>
        </p:nvSpPr>
        <p:spPr>
          <a:xfrm>
            <a:off x="3162450" y="3547575"/>
            <a:ext cx="2067900" cy="3321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1400"/>
              <a:buNone/>
              <a:defRPr sz="14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502" name="Google Shape;502;p24"/>
          <p:cNvSpPr txBox="1"/>
          <p:nvPr>
            <p:ph idx="4" type="body"/>
          </p:nvPr>
        </p:nvSpPr>
        <p:spPr>
          <a:xfrm>
            <a:off x="3171950" y="4040185"/>
            <a:ext cx="2067900" cy="6165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2"/>
              </a:buClr>
              <a:buSzPts val="1100"/>
              <a:buChar char="●"/>
              <a:defRPr sz="1100">
                <a:solidFill>
                  <a:schemeClr val="lt2"/>
                </a:solidFill>
              </a:defRPr>
            </a:lvl1pPr>
            <a:lvl2pPr indent="-298450" lvl="1" marL="914400">
              <a:spcBef>
                <a:spcPts val="0"/>
              </a:spcBef>
              <a:spcAft>
                <a:spcPts val="0"/>
              </a:spcAft>
              <a:buClr>
                <a:schemeClr val="lt2"/>
              </a:buClr>
              <a:buSzPts val="1100"/>
              <a:buChar char="○"/>
              <a:defRPr sz="1100">
                <a:solidFill>
                  <a:schemeClr val="lt2"/>
                </a:solidFill>
              </a:defRPr>
            </a:lvl2pPr>
            <a:lvl3pPr indent="-298450" lvl="2" marL="1371600">
              <a:spcBef>
                <a:spcPts val="0"/>
              </a:spcBef>
              <a:spcAft>
                <a:spcPts val="0"/>
              </a:spcAft>
              <a:buClr>
                <a:schemeClr val="lt2"/>
              </a:buClr>
              <a:buSzPts val="1100"/>
              <a:buChar char="■"/>
              <a:defRPr sz="1100">
                <a:solidFill>
                  <a:schemeClr val="lt2"/>
                </a:solidFill>
              </a:defRPr>
            </a:lvl3pPr>
            <a:lvl4pPr indent="-298450" lvl="3" marL="1828800">
              <a:spcBef>
                <a:spcPts val="0"/>
              </a:spcBef>
              <a:spcAft>
                <a:spcPts val="0"/>
              </a:spcAft>
              <a:buClr>
                <a:schemeClr val="lt2"/>
              </a:buClr>
              <a:buSzPts val="1100"/>
              <a:buChar char="●"/>
              <a:defRPr sz="1100">
                <a:solidFill>
                  <a:schemeClr val="lt2"/>
                </a:solidFill>
              </a:defRPr>
            </a:lvl4pPr>
            <a:lvl5pPr indent="-298450" lvl="4" marL="2286000">
              <a:spcBef>
                <a:spcPts val="0"/>
              </a:spcBef>
              <a:spcAft>
                <a:spcPts val="0"/>
              </a:spcAft>
              <a:buClr>
                <a:schemeClr val="lt2"/>
              </a:buClr>
              <a:buSzPts val="1100"/>
              <a:buChar char="○"/>
              <a:defRPr sz="1100">
                <a:solidFill>
                  <a:schemeClr val="lt2"/>
                </a:solidFill>
              </a:defRPr>
            </a:lvl5pPr>
            <a:lvl6pPr indent="-298450" lvl="5" marL="2743200">
              <a:spcBef>
                <a:spcPts val="0"/>
              </a:spcBef>
              <a:spcAft>
                <a:spcPts val="0"/>
              </a:spcAft>
              <a:buClr>
                <a:schemeClr val="lt2"/>
              </a:buClr>
              <a:buSzPts val="1100"/>
              <a:buChar char="■"/>
              <a:defRPr sz="1100">
                <a:solidFill>
                  <a:schemeClr val="lt2"/>
                </a:solidFill>
              </a:defRPr>
            </a:lvl6pPr>
            <a:lvl7pPr indent="-298450" lvl="6" marL="3200400">
              <a:spcBef>
                <a:spcPts val="0"/>
              </a:spcBef>
              <a:spcAft>
                <a:spcPts val="0"/>
              </a:spcAft>
              <a:buClr>
                <a:schemeClr val="lt2"/>
              </a:buClr>
              <a:buSzPts val="1100"/>
              <a:buChar char="●"/>
              <a:defRPr sz="1100">
                <a:solidFill>
                  <a:schemeClr val="lt2"/>
                </a:solidFill>
              </a:defRPr>
            </a:lvl7pPr>
            <a:lvl8pPr indent="-298450" lvl="7" marL="3657600">
              <a:spcBef>
                <a:spcPts val="0"/>
              </a:spcBef>
              <a:spcAft>
                <a:spcPts val="0"/>
              </a:spcAft>
              <a:buClr>
                <a:schemeClr val="lt2"/>
              </a:buClr>
              <a:buSzPts val="1100"/>
              <a:buChar char="○"/>
              <a:defRPr sz="1100">
                <a:solidFill>
                  <a:schemeClr val="lt2"/>
                </a:solidFill>
              </a:defRPr>
            </a:lvl8pPr>
            <a:lvl9pPr indent="-298450" lvl="8" marL="4114800">
              <a:spcBef>
                <a:spcPts val="0"/>
              </a:spcBef>
              <a:spcAft>
                <a:spcPts val="0"/>
              </a:spcAft>
              <a:buClr>
                <a:schemeClr val="lt2"/>
              </a:buClr>
              <a:buSzPts val="1100"/>
              <a:buChar char="■"/>
              <a:defRPr sz="1100">
                <a:solidFill>
                  <a:schemeClr val="lt2"/>
                </a:solidFill>
              </a:defRPr>
            </a:lvl9pPr>
          </a:lstStyle>
          <a:p/>
        </p:txBody>
      </p:sp>
      <p:sp>
        <p:nvSpPr>
          <p:cNvPr id="503" name="Google Shape;503;p24"/>
          <p:cNvSpPr/>
          <p:nvPr>
            <p:ph idx="5" type="pic"/>
          </p:nvPr>
        </p:nvSpPr>
        <p:spPr>
          <a:xfrm>
            <a:off x="311700" y="332304"/>
            <a:ext cx="8520600" cy="1707300"/>
          </a:xfrm>
          <a:prstGeom prst="rect">
            <a:avLst/>
          </a:prstGeom>
          <a:noFill/>
          <a:ln>
            <a:noFill/>
          </a:ln>
        </p:spPr>
      </p:sp>
      <p:grpSp>
        <p:nvGrpSpPr>
          <p:cNvPr id="504" name="Google Shape;504;p24"/>
          <p:cNvGrpSpPr/>
          <p:nvPr/>
        </p:nvGrpSpPr>
        <p:grpSpPr>
          <a:xfrm>
            <a:off x="7842156" y="2203260"/>
            <a:ext cx="990141" cy="990141"/>
            <a:chOff x="2421225" y="305100"/>
            <a:chExt cx="1684200" cy="1684200"/>
          </a:xfrm>
        </p:grpSpPr>
        <p:sp>
          <p:nvSpPr>
            <p:cNvPr id="505" name="Google Shape;505;p24"/>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06" name="Google Shape;506;p24"/>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07" name="Google Shape;507;p24"/>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08" name="Google Shape;508;p24"/>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509" name="Google Shape;509;p24"/>
          <p:cNvSpPr txBox="1"/>
          <p:nvPr>
            <p:ph idx="6" type="subTitle"/>
          </p:nvPr>
        </p:nvSpPr>
        <p:spPr>
          <a:xfrm>
            <a:off x="6037200" y="3547575"/>
            <a:ext cx="2067900" cy="3321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1400"/>
              <a:buNone/>
              <a:defRPr sz="14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510" name="Google Shape;510;p24"/>
          <p:cNvSpPr txBox="1"/>
          <p:nvPr>
            <p:ph idx="7" type="body"/>
          </p:nvPr>
        </p:nvSpPr>
        <p:spPr>
          <a:xfrm>
            <a:off x="6046700" y="4040185"/>
            <a:ext cx="2067900" cy="6165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2"/>
              </a:buClr>
              <a:buSzPts val="1100"/>
              <a:buChar char="●"/>
              <a:defRPr sz="1100">
                <a:solidFill>
                  <a:schemeClr val="lt2"/>
                </a:solidFill>
              </a:defRPr>
            </a:lvl1pPr>
            <a:lvl2pPr indent="-298450" lvl="1" marL="914400">
              <a:spcBef>
                <a:spcPts val="0"/>
              </a:spcBef>
              <a:spcAft>
                <a:spcPts val="0"/>
              </a:spcAft>
              <a:buClr>
                <a:schemeClr val="lt2"/>
              </a:buClr>
              <a:buSzPts val="1100"/>
              <a:buChar char="○"/>
              <a:defRPr sz="1100">
                <a:solidFill>
                  <a:schemeClr val="lt2"/>
                </a:solidFill>
              </a:defRPr>
            </a:lvl2pPr>
            <a:lvl3pPr indent="-298450" lvl="2" marL="1371600">
              <a:spcBef>
                <a:spcPts val="0"/>
              </a:spcBef>
              <a:spcAft>
                <a:spcPts val="0"/>
              </a:spcAft>
              <a:buClr>
                <a:schemeClr val="lt2"/>
              </a:buClr>
              <a:buSzPts val="1100"/>
              <a:buChar char="■"/>
              <a:defRPr sz="1100">
                <a:solidFill>
                  <a:schemeClr val="lt2"/>
                </a:solidFill>
              </a:defRPr>
            </a:lvl3pPr>
            <a:lvl4pPr indent="-298450" lvl="3" marL="1828800">
              <a:spcBef>
                <a:spcPts val="0"/>
              </a:spcBef>
              <a:spcAft>
                <a:spcPts val="0"/>
              </a:spcAft>
              <a:buClr>
                <a:schemeClr val="lt2"/>
              </a:buClr>
              <a:buSzPts val="1100"/>
              <a:buChar char="●"/>
              <a:defRPr sz="1100">
                <a:solidFill>
                  <a:schemeClr val="lt2"/>
                </a:solidFill>
              </a:defRPr>
            </a:lvl4pPr>
            <a:lvl5pPr indent="-298450" lvl="4" marL="2286000">
              <a:spcBef>
                <a:spcPts val="0"/>
              </a:spcBef>
              <a:spcAft>
                <a:spcPts val="0"/>
              </a:spcAft>
              <a:buClr>
                <a:schemeClr val="lt2"/>
              </a:buClr>
              <a:buSzPts val="1100"/>
              <a:buChar char="○"/>
              <a:defRPr sz="1100">
                <a:solidFill>
                  <a:schemeClr val="lt2"/>
                </a:solidFill>
              </a:defRPr>
            </a:lvl5pPr>
            <a:lvl6pPr indent="-298450" lvl="5" marL="2743200">
              <a:spcBef>
                <a:spcPts val="0"/>
              </a:spcBef>
              <a:spcAft>
                <a:spcPts val="0"/>
              </a:spcAft>
              <a:buClr>
                <a:schemeClr val="lt2"/>
              </a:buClr>
              <a:buSzPts val="1100"/>
              <a:buChar char="■"/>
              <a:defRPr sz="1100">
                <a:solidFill>
                  <a:schemeClr val="lt2"/>
                </a:solidFill>
              </a:defRPr>
            </a:lvl6pPr>
            <a:lvl7pPr indent="-298450" lvl="6" marL="3200400">
              <a:spcBef>
                <a:spcPts val="0"/>
              </a:spcBef>
              <a:spcAft>
                <a:spcPts val="0"/>
              </a:spcAft>
              <a:buClr>
                <a:schemeClr val="lt2"/>
              </a:buClr>
              <a:buSzPts val="1100"/>
              <a:buChar char="●"/>
              <a:defRPr sz="1100">
                <a:solidFill>
                  <a:schemeClr val="lt2"/>
                </a:solidFill>
              </a:defRPr>
            </a:lvl7pPr>
            <a:lvl8pPr indent="-298450" lvl="7" marL="3657600">
              <a:spcBef>
                <a:spcPts val="0"/>
              </a:spcBef>
              <a:spcAft>
                <a:spcPts val="0"/>
              </a:spcAft>
              <a:buClr>
                <a:schemeClr val="lt2"/>
              </a:buClr>
              <a:buSzPts val="1100"/>
              <a:buChar char="○"/>
              <a:defRPr sz="1100">
                <a:solidFill>
                  <a:schemeClr val="lt2"/>
                </a:solidFill>
              </a:defRPr>
            </a:lvl8pPr>
            <a:lvl9pPr indent="-298450" lvl="8" marL="4114800">
              <a:spcBef>
                <a:spcPts val="0"/>
              </a:spcBef>
              <a:spcAft>
                <a:spcPts val="0"/>
              </a:spcAft>
              <a:buClr>
                <a:schemeClr val="lt2"/>
              </a:buClr>
              <a:buSzPts val="1100"/>
              <a:buChar char="■"/>
              <a:defRPr sz="1100">
                <a:solidFill>
                  <a:schemeClr val="lt2"/>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us slide - v2">
  <p:cSld name="CUSTOM_9_1">
    <p:bg>
      <p:bgPr>
        <a:solidFill>
          <a:schemeClr val="accent1"/>
        </a:solidFill>
      </p:bgPr>
    </p:bg>
    <p:spTree>
      <p:nvGrpSpPr>
        <p:cNvPr id="511" name="Shape 511"/>
        <p:cNvGrpSpPr/>
        <p:nvPr/>
      </p:nvGrpSpPr>
      <p:grpSpPr>
        <a:xfrm>
          <a:off x="0" y="0"/>
          <a:ext cx="0" cy="0"/>
          <a:chOff x="0" y="0"/>
          <a:chExt cx="0" cy="0"/>
        </a:xfrm>
      </p:grpSpPr>
      <p:sp>
        <p:nvSpPr>
          <p:cNvPr id="512" name="Google Shape;512;p25"/>
          <p:cNvSpPr/>
          <p:nvPr/>
        </p:nvSpPr>
        <p:spPr>
          <a:xfrm>
            <a:off x="3430773" y="-100"/>
            <a:ext cx="5701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13" name="Google Shape;513;p25"/>
          <p:cNvSpPr/>
          <p:nvPr/>
        </p:nvSpPr>
        <p:spPr>
          <a:xfrm>
            <a:off x="3258650" y="4223955"/>
            <a:ext cx="1333800" cy="1236000"/>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14" name="Google Shape;514;p25"/>
          <p:cNvSpPr txBox="1"/>
          <p:nvPr>
            <p:ph type="title"/>
          </p:nvPr>
        </p:nvSpPr>
        <p:spPr>
          <a:xfrm>
            <a:off x="4577350" y="486525"/>
            <a:ext cx="39864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515" name="Google Shape;515;p25"/>
          <p:cNvSpPr txBox="1"/>
          <p:nvPr>
            <p:ph idx="1" type="subTitle"/>
          </p:nvPr>
        </p:nvSpPr>
        <p:spPr>
          <a:xfrm>
            <a:off x="4577350" y="1249924"/>
            <a:ext cx="3968100" cy="332100"/>
          </a:xfrm>
          <a:prstGeom prst="rect">
            <a:avLst/>
          </a:prstGeom>
        </p:spPr>
        <p:txBody>
          <a:bodyPr anchorCtr="0" anchor="t" bIns="0" lIns="0" spcFirstLastPara="1" rIns="0" wrap="square" tIns="0">
            <a:noAutofit/>
          </a:bodyPr>
          <a:lstStyle>
            <a:lvl1pPr lvl="0" algn="l">
              <a:spcBef>
                <a:spcPts val="0"/>
              </a:spcBef>
              <a:spcAft>
                <a:spcPts val="0"/>
              </a:spcAft>
              <a:buClr>
                <a:schemeClr val="accent3"/>
              </a:buClr>
              <a:buSzPts val="1400"/>
              <a:buNone/>
              <a:defRPr sz="1400">
                <a:solidFill>
                  <a:schemeClr val="accent3"/>
                </a:solidFill>
              </a:defRPr>
            </a:lvl1pPr>
            <a:lvl2pPr lvl="1">
              <a:spcBef>
                <a:spcPts val="0"/>
              </a:spcBef>
              <a:spcAft>
                <a:spcPts val="0"/>
              </a:spcAft>
              <a:buClr>
                <a:schemeClr val="accent3"/>
              </a:buClr>
              <a:buSzPts val="1400"/>
              <a:buNone/>
              <a:defRPr>
                <a:solidFill>
                  <a:schemeClr val="accent3"/>
                </a:solidFill>
              </a:defRPr>
            </a:lvl2pPr>
            <a:lvl3pPr lvl="2">
              <a:spcBef>
                <a:spcPts val="0"/>
              </a:spcBef>
              <a:spcAft>
                <a:spcPts val="0"/>
              </a:spcAft>
              <a:buClr>
                <a:schemeClr val="accent3"/>
              </a:buClr>
              <a:buSzPts val="1400"/>
              <a:buNone/>
              <a:defRPr>
                <a:solidFill>
                  <a:schemeClr val="accent3"/>
                </a:solidFill>
              </a:defRPr>
            </a:lvl3pPr>
            <a:lvl4pPr lvl="3">
              <a:spcBef>
                <a:spcPts val="0"/>
              </a:spcBef>
              <a:spcAft>
                <a:spcPts val="0"/>
              </a:spcAft>
              <a:buClr>
                <a:schemeClr val="accent3"/>
              </a:buClr>
              <a:buSzPts val="1400"/>
              <a:buNone/>
              <a:defRPr>
                <a:solidFill>
                  <a:schemeClr val="accent3"/>
                </a:solidFill>
              </a:defRPr>
            </a:lvl4pPr>
            <a:lvl5pPr lvl="4">
              <a:spcBef>
                <a:spcPts val="0"/>
              </a:spcBef>
              <a:spcAft>
                <a:spcPts val="0"/>
              </a:spcAft>
              <a:buClr>
                <a:schemeClr val="accent3"/>
              </a:buClr>
              <a:buSzPts val="1400"/>
              <a:buNone/>
              <a:defRPr>
                <a:solidFill>
                  <a:schemeClr val="accent3"/>
                </a:solidFill>
              </a:defRPr>
            </a:lvl5pPr>
            <a:lvl6pPr lvl="5">
              <a:spcBef>
                <a:spcPts val="0"/>
              </a:spcBef>
              <a:spcAft>
                <a:spcPts val="0"/>
              </a:spcAft>
              <a:buClr>
                <a:schemeClr val="accent3"/>
              </a:buClr>
              <a:buSzPts val="1400"/>
              <a:buNone/>
              <a:defRPr>
                <a:solidFill>
                  <a:schemeClr val="accent3"/>
                </a:solidFill>
              </a:defRPr>
            </a:lvl6pPr>
            <a:lvl7pPr lvl="6">
              <a:spcBef>
                <a:spcPts val="0"/>
              </a:spcBef>
              <a:spcAft>
                <a:spcPts val="0"/>
              </a:spcAft>
              <a:buClr>
                <a:schemeClr val="accent3"/>
              </a:buClr>
              <a:buSzPts val="1400"/>
              <a:buNone/>
              <a:defRPr>
                <a:solidFill>
                  <a:schemeClr val="accent3"/>
                </a:solidFill>
              </a:defRPr>
            </a:lvl7pPr>
            <a:lvl8pPr lvl="7">
              <a:spcBef>
                <a:spcPts val="0"/>
              </a:spcBef>
              <a:spcAft>
                <a:spcPts val="0"/>
              </a:spcAft>
              <a:buClr>
                <a:schemeClr val="accent3"/>
              </a:buClr>
              <a:buSzPts val="1400"/>
              <a:buNone/>
              <a:defRPr>
                <a:solidFill>
                  <a:schemeClr val="accent3"/>
                </a:solidFill>
              </a:defRPr>
            </a:lvl8pPr>
            <a:lvl9pPr lvl="8">
              <a:spcBef>
                <a:spcPts val="0"/>
              </a:spcBef>
              <a:spcAft>
                <a:spcPts val="0"/>
              </a:spcAft>
              <a:buClr>
                <a:schemeClr val="accent3"/>
              </a:buClr>
              <a:buSzPts val="1400"/>
              <a:buNone/>
              <a:defRPr>
                <a:solidFill>
                  <a:schemeClr val="accent3"/>
                </a:solidFill>
              </a:defRPr>
            </a:lvl9pPr>
          </a:lstStyle>
          <a:p/>
        </p:txBody>
      </p:sp>
      <p:sp>
        <p:nvSpPr>
          <p:cNvPr id="516" name="Google Shape;516;p25"/>
          <p:cNvSpPr txBox="1"/>
          <p:nvPr>
            <p:ph idx="2" type="body"/>
          </p:nvPr>
        </p:nvSpPr>
        <p:spPr>
          <a:xfrm>
            <a:off x="4577350" y="1590127"/>
            <a:ext cx="3968100" cy="3321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517" name="Google Shape;517;p25"/>
          <p:cNvSpPr/>
          <p:nvPr/>
        </p:nvSpPr>
        <p:spPr>
          <a:xfrm>
            <a:off x="397650" y="535225"/>
            <a:ext cx="3680100" cy="42144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18" name="Google Shape;518;p25"/>
          <p:cNvSpPr/>
          <p:nvPr>
            <p:ph idx="3" type="pic"/>
          </p:nvPr>
        </p:nvSpPr>
        <p:spPr>
          <a:xfrm>
            <a:off x="311700" y="445025"/>
            <a:ext cx="3680100" cy="4214400"/>
          </a:xfrm>
          <a:prstGeom prst="rect">
            <a:avLst/>
          </a:prstGeom>
          <a:noFill/>
          <a:ln cap="flat" cmpd="sng" w="19050">
            <a:solidFill>
              <a:srgbClr val="000000"/>
            </a:solidFill>
            <a:prstDash val="solid"/>
            <a:round/>
            <a:headEnd len="sm" w="sm" type="none"/>
            <a:tailEnd len="sm" w="sm" type="none"/>
          </a:ln>
        </p:spPr>
      </p:sp>
      <p:sp>
        <p:nvSpPr>
          <p:cNvPr id="519" name="Google Shape;519;p25"/>
          <p:cNvSpPr txBox="1"/>
          <p:nvPr>
            <p:ph idx="4" type="subTitle"/>
          </p:nvPr>
        </p:nvSpPr>
        <p:spPr>
          <a:xfrm>
            <a:off x="4577350" y="2166274"/>
            <a:ext cx="3968100" cy="332100"/>
          </a:xfrm>
          <a:prstGeom prst="rect">
            <a:avLst/>
          </a:prstGeom>
        </p:spPr>
        <p:txBody>
          <a:bodyPr anchorCtr="0" anchor="t" bIns="0" lIns="0" spcFirstLastPara="1" rIns="0" wrap="square" tIns="0">
            <a:noAutofit/>
          </a:bodyPr>
          <a:lstStyle>
            <a:lvl1pPr lvl="0" algn="l">
              <a:spcBef>
                <a:spcPts val="0"/>
              </a:spcBef>
              <a:spcAft>
                <a:spcPts val="0"/>
              </a:spcAft>
              <a:buClr>
                <a:schemeClr val="accent3"/>
              </a:buClr>
              <a:buSzPts val="1400"/>
              <a:buNone/>
              <a:defRPr sz="1400">
                <a:solidFill>
                  <a:schemeClr val="accent3"/>
                </a:solidFill>
              </a:defRPr>
            </a:lvl1pPr>
            <a:lvl2pPr lvl="1">
              <a:spcBef>
                <a:spcPts val="0"/>
              </a:spcBef>
              <a:spcAft>
                <a:spcPts val="0"/>
              </a:spcAft>
              <a:buClr>
                <a:schemeClr val="accent3"/>
              </a:buClr>
              <a:buSzPts val="1400"/>
              <a:buNone/>
              <a:defRPr>
                <a:solidFill>
                  <a:schemeClr val="accent3"/>
                </a:solidFill>
              </a:defRPr>
            </a:lvl2pPr>
            <a:lvl3pPr lvl="2">
              <a:spcBef>
                <a:spcPts val="0"/>
              </a:spcBef>
              <a:spcAft>
                <a:spcPts val="0"/>
              </a:spcAft>
              <a:buClr>
                <a:schemeClr val="accent3"/>
              </a:buClr>
              <a:buSzPts val="1400"/>
              <a:buNone/>
              <a:defRPr>
                <a:solidFill>
                  <a:schemeClr val="accent3"/>
                </a:solidFill>
              </a:defRPr>
            </a:lvl3pPr>
            <a:lvl4pPr lvl="3">
              <a:spcBef>
                <a:spcPts val="0"/>
              </a:spcBef>
              <a:spcAft>
                <a:spcPts val="0"/>
              </a:spcAft>
              <a:buClr>
                <a:schemeClr val="accent3"/>
              </a:buClr>
              <a:buSzPts val="1400"/>
              <a:buNone/>
              <a:defRPr>
                <a:solidFill>
                  <a:schemeClr val="accent3"/>
                </a:solidFill>
              </a:defRPr>
            </a:lvl4pPr>
            <a:lvl5pPr lvl="4">
              <a:spcBef>
                <a:spcPts val="0"/>
              </a:spcBef>
              <a:spcAft>
                <a:spcPts val="0"/>
              </a:spcAft>
              <a:buClr>
                <a:schemeClr val="accent3"/>
              </a:buClr>
              <a:buSzPts val="1400"/>
              <a:buNone/>
              <a:defRPr>
                <a:solidFill>
                  <a:schemeClr val="accent3"/>
                </a:solidFill>
              </a:defRPr>
            </a:lvl5pPr>
            <a:lvl6pPr lvl="5">
              <a:spcBef>
                <a:spcPts val="0"/>
              </a:spcBef>
              <a:spcAft>
                <a:spcPts val="0"/>
              </a:spcAft>
              <a:buClr>
                <a:schemeClr val="accent3"/>
              </a:buClr>
              <a:buSzPts val="1400"/>
              <a:buNone/>
              <a:defRPr>
                <a:solidFill>
                  <a:schemeClr val="accent3"/>
                </a:solidFill>
              </a:defRPr>
            </a:lvl6pPr>
            <a:lvl7pPr lvl="6">
              <a:spcBef>
                <a:spcPts val="0"/>
              </a:spcBef>
              <a:spcAft>
                <a:spcPts val="0"/>
              </a:spcAft>
              <a:buClr>
                <a:schemeClr val="accent3"/>
              </a:buClr>
              <a:buSzPts val="1400"/>
              <a:buNone/>
              <a:defRPr>
                <a:solidFill>
                  <a:schemeClr val="accent3"/>
                </a:solidFill>
              </a:defRPr>
            </a:lvl7pPr>
            <a:lvl8pPr lvl="7">
              <a:spcBef>
                <a:spcPts val="0"/>
              </a:spcBef>
              <a:spcAft>
                <a:spcPts val="0"/>
              </a:spcAft>
              <a:buClr>
                <a:schemeClr val="accent3"/>
              </a:buClr>
              <a:buSzPts val="1400"/>
              <a:buNone/>
              <a:defRPr>
                <a:solidFill>
                  <a:schemeClr val="accent3"/>
                </a:solidFill>
              </a:defRPr>
            </a:lvl8pPr>
            <a:lvl9pPr lvl="8">
              <a:spcBef>
                <a:spcPts val="0"/>
              </a:spcBef>
              <a:spcAft>
                <a:spcPts val="0"/>
              </a:spcAft>
              <a:buClr>
                <a:schemeClr val="accent3"/>
              </a:buClr>
              <a:buSzPts val="1400"/>
              <a:buNone/>
              <a:defRPr>
                <a:solidFill>
                  <a:schemeClr val="accent3"/>
                </a:solidFill>
              </a:defRPr>
            </a:lvl9pPr>
          </a:lstStyle>
          <a:p/>
        </p:txBody>
      </p:sp>
      <p:sp>
        <p:nvSpPr>
          <p:cNvPr id="520" name="Google Shape;520;p25"/>
          <p:cNvSpPr txBox="1"/>
          <p:nvPr>
            <p:ph idx="5" type="body"/>
          </p:nvPr>
        </p:nvSpPr>
        <p:spPr>
          <a:xfrm>
            <a:off x="4577350" y="2506476"/>
            <a:ext cx="3968100" cy="3321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521" name="Google Shape;521;p25"/>
          <p:cNvSpPr txBox="1"/>
          <p:nvPr>
            <p:ph idx="6" type="subTitle"/>
          </p:nvPr>
        </p:nvSpPr>
        <p:spPr>
          <a:xfrm>
            <a:off x="4586500" y="3157010"/>
            <a:ext cx="3968100" cy="332100"/>
          </a:xfrm>
          <a:prstGeom prst="rect">
            <a:avLst/>
          </a:prstGeom>
        </p:spPr>
        <p:txBody>
          <a:bodyPr anchorCtr="0" anchor="t" bIns="0" lIns="0" spcFirstLastPara="1" rIns="0" wrap="square" tIns="0">
            <a:noAutofit/>
          </a:bodyPr>
          <a:lstStyle>
            <a:lvl1pPr lvl="0" algn="l">
              <a:spcBef>
                <a:spcPts val="0"/>
              </a:spcBef>
              <a:spcAft>
                <a:spcPts val="0"/>
              </a:spcAft>
              <a:buClr>
                <a:schemeClr val="accent3"/>
              </a:buClr>
              <a:buSzPts val="1400"/>
              <a:buNone/>
              <a:defRPr sz="1400">
                <a:solidFill>
                  <a:schemeClr val="accent3"/>
                </a:solidFill>
              </a:defRPr>
            </a:lvl1pPr>
            <a:lvl2pPr lvl="1">
              <a:spcBef>
                <a:spcPts val="0"/>
              </a:spcBef>
              <a:spcAft>
                <a:spcPts val="0"/>
              </a:spcAft>
              <a:buClr>
                <a:schemeClr val="accent3"/>
              </a:buClr>
              <a:buSzPts val="1400"/>
              <a:buNone/>
              <a:defRPr>
                <a:solidFill>
                  <a:schemeClr val="accent3"/>
                </a:solidFill>
              </a:defRPr>
            </a:lvl2pPr>
            <a:lvl3pPr lvl="2">
              <a:spcBef>
                <a:spcPts val="0"/>
              </a:spcBef>
              <a:spcAft>
                <a:spcPts val="0"/>
              </a:spcAft>
              <a:buClr>
                <a:schemeClr val="accent3"/>
              </a:buClr>
              <a:buSzPts val="1400"/>
              <a:buNone/>
              <a:defRPr>
                <a:solidFill>
                  <a:schemeClr val="accent3"/>
                </a:solidFill>
              </a:defRPr>
            </a:lvl3pPr>
            <a:lvl4pPr lvl="3">
              <a:spcBef>
                <a:spcPts val="0"/>
              </a:spcBef>
              <a:spcAft>
                <a:spcPts val="0"/>
              </a:spcAft>
              <a:buClr>
                <a:schemeClr val="accent3"/>
              </a:buClr>
              <a:buSzPts val="1400"/>
              <a:buNone/>
              <a:defRPr>
                <a:solidFill>
                  <a:schemeClr val="accent3"/>
                </a:solidFill>
              </a:defRPr>
            </a:lvl4pPr>
            <a:lvl5pPr lvl="4">
              <a:spcBef>
                <a:spcPts val="0"/>
              </a:spcBef>
              <a:spcAft>
                <a:spcPts val="0"/>
              </a:spcAft>
              <a:buClr>
                <a:schemeClr val="accent3"/>
              </a:buClr>
              <a:buSzPts val="1400"/>
              <a:buNone/>
              <a:defRPr>
                <a:solidFill>
                  <a:schemeClr val="accent3"/>
                </a:solidFill>
              </a:defRPr>
            </a:lvl5pPr>
            <a:lvl6pPr lvl="5">
              <a:spcBef>
                <a:spcPts val="0"/>
              </a:spcBef>
              <a:spcAft>
                <a:spcPts val="0"/>
              </a:spcAft>
              <a:buClr>
                <a:schemeClr val="accent3"/>
              </a:buClr>
              <a:buSzPts val="1400"/>
              <a:buNone/>
              <a:defRPr>
                <a:solidFill>
                  <a:schemeClr val="accent3"/>
                </a:solidFill>
              </a:defRPr>
            </a:lvl6pPr>
            <a:lvl7pPr lvl="6">
              <a:spcBef>
                <a:spcPts val="0"/>
              </a:spcBef>
              <a:spcAft>
                <a:spcPts val="0"/>
              </a:spcAft>
              <a:buClr>
                <a:schemeClr val="accent3"/>
              </a:buClr>
              <a:buSzPts val="1400"/>
              <a:buNone/>
              <a:defRPr>
                <a:solidFill>
                  <a:schemeClr val="accent3"/>
                </a:solidFill>
              </a:defRPr>
            </a:lvl7pPr>
            <a:lvl8pPr lvl="7">
              <a:spcBef>
                <a:spcPts val="0"/>
              </a:spcBef>
              <a:spcAft>
                <a:spcPts val="0"/>
              </a:spcAft>
              <a:buClr>
                <a:schemeClr val="accent3"/>
              </a:buClr>
              <a:buSzPts val="1400"/>
              <a:buNone/>
              <a:defRPr>
                <a:solidFill>
                  <a:schemeClr val="accent3"/>
                </a:solidFill>
              </a:defRPr>
            </a:lvl8pPr>
            <a:lvl9pPr lvl="8">
              <a:spcBef>
                <a:spcPts val="0"/>
              </a:spcBef>
              <a:spcAft>
                <a:spcPts val="0"/>
              </a:spcAft>
              <a:buClr>
                <a:schemeClr val="accent3"/>
              </a:buClr>
              <a:buSzPts val="1400"/>
              <a:buNone/>
              <a:defRPr>
                <a:solidFill>
                  <a:schemeClr val="accent3"/>
                </a:solidFill>
              </a:defRPr>
            </a:lvl9pPr>
          </a:lstStyle>
          <a:p/>
        </p:txBody>
      </p:sp>
      <p:sp>
        <p:nvSpPr>
          <p:cNvPr id="522" name="Google Shape;522;p25"/>
          <p:cNvSpPr txBox="1"/>
          <p:nvPr>
            <p:ph idx="7" type="body"/>
          </p:nvPr>
        </p:nvSpPr>
        <p:spPr>
          <a:xfrm>
            <a:off x="4586500" y="3497213"/>
            <a:ext cx="3968100" cy="3321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grpSp>
        <p:nvGrpSpPr>
          <p:cNvPr id="523" name="Google Shape;523;p25"/>
          <p:cNvGrpSpPr/>
          <p:nvPr/>
        </p:nvGrpSpPr>
        <p:grpSpPr>
          <a:xfrm>
            <a:off x="8545450" y="-161975"/>
            <a:ext cx="849600" cy="697200"/>
            <a:chOff x="489200" y="476250"/>
            <a:chExt cx="849600" cy="697200"/>
          </a:xfrm>
        </p:grpSpPr>
        <p:sp>
          <p:nvSpPr>
            <p:cNvPr id="524" name="Google Shape;524;p25"/>
            <p:cNvSpPr/>
            <p:nvPr/>
          </p:nvSpPr>
          <p:spPr>
            <a:xfrm>
              <a:off x="489200" y="4762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25" name="Google Shape;525;p25"/>
            <p:cNvSpPr/>
            <p:nvPr/>
          </p:nvSpPr>
          <p:spPr>
            <a:xfrm>
              <a:off x="641600" y="4762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26" name="Google Shape;526;p25"/>
            <p:cNvSpPr/>
            <p:nvPr/>
          </p:nvSpPr>
          <p:spPr>
            <a:xfrm>
              <a:off x="794000" y="4762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27" name="Google Shape;527;p25"/>
            <p:cNvSpPr/>
            <p:nvPr/>
          </p:nvSpPr>
          <p:spPr>
            <a:xfrm>
              <a:off x="946400" y="4762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28" name="Google Shape;528;p25"/>
            <p:cNvSpPr/>
            <p:nvPr/>
          </p:nvSpPr>
          <p:spPr>
            <a:xfrm>
              <a:off x="1098800" y="4762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29" name="Google Shape;529;p25"/>
            <p:cNvSpPr/>
            <p:nvPr/>
          </p:nvSpPr>
          <p:spPr>
            <a:xfrm>
              <a:off x="1251200" y="4762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0" name="Google Shape;530;p25"/>
            <p:cNvSpPr/>
            <p:nvPr/>
          </p:nvSpPr>
          <p:spPr>
            <a:xfrm>
              <a:off x="489200" y="6286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1" name="Google Shape;531;p25"/>
            <p:cNvSpPr/>
            <p:nvPr/>
          </p:nvSpPr>
          <p:spPr>
            <a:xfrm>
              <a:off x="641600" y="6286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2" name="Google Shape;532;p25"/>
            <p:cNvSpPr/>
            <p:nvPr/>
          </p:nvSpPr>
          <p:spPr>
            <a:xfrm>
              <a:off x="794000" y="6286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3" name="Google Shape;533;p25"/>
            <p:cNvSpPr/>
            <p:nvPr/>
          </p:nvSpPr>
          <p:spPr>
            <a:xfrm>
              <a:off x="946400" y="6286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4" name="Google Shape;534;p25"/>
            <p:cNvSpPr/>
            <p:nvPr/>
          </p:nvSpPr>
          <p:spPr>
            <a:xfrm>
              <a:off x="1098800" y="6286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5" name="Google Shape;535;p25"/>
            <p:cNvSpPr/>
            <p:nvPr/>
          </p:nvSpPr>
          <p:spPr>
            <a:xfrm>
              <a:off x="1251200" y="6286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6" name="Google Shape;536;p25"/>
            <p:cNvSpPr/>
            <p:nvPr/>
          </p:nvSpPr>
          <p:spPr>
            <a:xfrm>
              <a:off x="489200" y="7810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7" name="Google Shape;537;p25"/>
            <p:cNvSpPr/>
            <p:nvPr/>
          </p:nvSpPr>
          <p:spPr>
            <a:xfrm>
              <a:off x="641600" y="7810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8" name="Google Shape;538;p25"/>
            <p:cNvSpPr/>
            <p:nvPr/>
          </p:nvSpPr>
          <p:spPr>
            <a:xfrm>
              <a:off x="794000" y="7810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39" name="Google Shape;539;p25"/>
            <p:cNvSpPr/>
            <p:nvPr/>
          </p:nvSpPr>
          <p:spPr>
            <a:xfrm>
              <a:off x="946400" y="7810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0" name="Google Shape;540;p25"/>
            <p:cNvSpPr/>
            <p:nvPr/>
          </p:nvSpPr>
          <p:spPr>
            <a:xfrm>
              <a:off x="1098800" y="7810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1" name="Google Shape;541;p25"/>
            <p:cNvSpPr/>
            <p:nvPr/>
          </p:nvSpPr>
          <p:spPr>
            <a:xfrm>
              <a:off x="1251200" y="7810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2" name="Google Shape;542;p25"/>
            <p:cNvSpPr/>
            <p:nvPr/>
          </p:nvSpPr>
          <p:spPr>
            <a:xfrm>
              <a:off x="489200" y="9334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3" name="Google Shape;543;p25"/>
            <p:cNvSpPr/>
            <p:nvPr/>
          </p:nvSpPr>
          <p:spPr>
            <a:xfrm>
              <a:off x="641600" y="9334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4" name="Google Shape;544;p25"/>
            <p:cNvSpPr/>
            <p:nvPr/>
          </p:nvSpPr>
          <p:spPr>
            <a:xfrm>
              <a:off x="794000" y="9334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5" name="Google Shape;545;p25"/>
            <p:cNvSpPr/>
            <p:nvPr/>
          </p:nvSpPr>
          <p:spPr>
            <a:xfrm>
              <a:off x="946400" y="9334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6" name="Google Shape;546;p25"/>
            <p:cNvSpPr/>
            <p:nvPr/>
          </p:nvSpPr>
          <p:spPr>
            <a:xfrm>
              <a:off x="1098800" y="9334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7" name="Google Shape;547;p25"/>
            <p:cNvSpPr/>
            <p:nvPr/>
          </p:nvSpPr>
          <p:spPr>
            <a:xfrm>
              <a:off x="1251200" y="9334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8" name="Google Shape;548;p25"/>
            <p:cNvSpPr/>
            <p:nvPr/>
          </p:nvSpPr>
          <p:spPr>
            <a:xfrm>
              <a:off x="489200" y="10858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49" name="Google Shape;549;p25"/>
            <p:cNvSpPr/>
            <p:nvPr/>
          </p:nvSpPr>
          <p:spPr>
            <a:xfrm>
              <a:off x="641600" y="10858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50" name="Google Shape;550;p25"/>
            <p:cNvSpPr/>
            <p:nvPr/>
          </p:nvSpPr>
          <p:spPr>
            <a:xfrm>
              <a:off x="794000" y="10858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51" name="Google Shape;551;p25"/>
            <p:cNvSpPr/>
            <p:nvPr/>
          </p:nvSpPr>
          <p:spPr>
            <a:xfrm>
              <a:off x="946400" y="10858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52" name="Google Shape;552;p25"/>
            <p:cNvSpPr/>
            <p:nvPr/>
          </p:nvSpPr>
          <p:spPr>
            <a:xfrm>
              <a:off x="1098800" y="10858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53" name="Google Shape;553;p25"/>
            <p:cNvSpPr/>
            <p:nvPr/>
          </p:nvSpPr>
          <p:spPr>
            <a:xfrm>
              <a:off x="1251200" y="1085850"/>
              <a:ext cx="87600" cy="876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554" name="Google Shape;554;p25"/>
          <p:cNvSpPr txBox="1"/>
          <p:nvPr>
            <p:ph idx="8" type="subTitle"/>
          </p:nvPr>
        </p:nvSpPr>
        <p:spPr>
          <a:xfrm>
            <a:off x="4586500" y="3945623"/>
            <a:ext cx="3968100" cy="332100"/>
          </a:xfrm>
          <a:prstGeom prst="rect">
            <a:avLst/>
          </a:prstGeom>
        </p:spPr>
        <p:txBody>
          <a:bodyPr anchorCtr="0" anchor="t" bIns="0" lIns="0" spcFirstLastPara="1" rIns="0" wrap="square" tIns="0">
            <a:noAutofit/>
          </a:bodyPr>
          <a:lstStyle>
            <a:lvl1pPr lvl="0" algn="l">
              <a:spcBef>
                <a:spcPts val="0"/>
              </a:spcBef>
              <a:spcAft>
                <a:spcPts val="0"/>
              </a:spcAft>
              <a:buClr>
                <a:schemeClr val="accent3"/>
              </a:buClr>
              <a:buSzPts val="1400"/>
              <a:buNone/>
              <a:defRPr sz="1400">
                <a:solidFill>
                  <a:schemeClr val="accent3"/>
                </a:solidFill>
              </a:defRPr>
            </a:lvl1pPr>
            <a:lvl2pPr lvl="1">
              <a:spcBef>
                <a:spcPts val="0"/>
              </a:spcBef>
              <a:spcAft>
                <a:spcPts val="0"/>
              </a:spcAft>
              <a:buClr>
                <a:schemeClr val="accent3"/>
              </a:buClr>
              <a:buSzPts val="1400"/>
              <a:buNone/>
              <a:defRPr>
                <a:solidFill>
                  <a:schemeClr val="accent3"/>
                </a:solidFill>
              </a:defRPr>
            </a:lvl2pPr>
            <a:lvl3pPr lvl="2">
              <a:spcBef>
                <a:spcPts val="0"/>
              </a:spcBef>
              <a:spcAft>
                <a:spcPts val="0"/>
              </a:spcAft>
              <a:buClr>
                <a:schemeClr val="accent3"/>
              </a:buClr>
              <a:buSzPts val="1400"/>
              <a:buNone/>
              <a:defRPr>
                <a:solidFill>
                  <a:schemeClr val="accent3"/>
                </a:solidFill>
              </a:defRPr>
            </a:lvl3pPr>
            <a:lvl4pPr lvl="3">
              <a:spcBef>
                <a:spcPts val="0"/>
              </a:spcBef>
              <a:spcAft>
                <a:spcPts val="0"/>
              </a:spcAft>
              <a:buClr>
                <a:schemeClr val="accent3"/>
              </a:buClr>
              <a:buSzPts val="1400"/>
              <a:buNone/>
              <a:defRPr>
                <a:solidFill>
                  <a:schemeClr val="accent3"/>
                </a:solidFill>
              </a:defRPr>
            </a:lvl4pPr>
            <a:lvl5pPr lvl="4">
              <a:spcBef>
                <a:spcPts val="0"/>
              </a:spcBef>
              <a:spcAft>
                <a:spcPts val="0"/>
              </a:spcAft>
              <a:buClr>
                <a:schemeClr val="accent3"/>
              </a:buClr>
              <a:buSzPts val="1400"/>
              <a:buNone/>
              <a:defRPr>
                <a:solidFill>
                  <a:schemeClr val="accent3"/>
                </a:solidFill>
              </a:defRPr>
            </a:lvl5pPr>
            <a:lvl6pPr lvl="5">
              <a:spcBef>
                <a:spcPts val="0"/>
              </a:spcBef>
              <a:spcAft>
                <a:spcPts val="0"/>
              </a:spcAft>
              <a:buClr>
                <a:schemeClr val="accent3"/>
              </a:buClr>
              <a:buSzPts val="1400"/>
              <a:buNone/>
              <a:defRPr>
                <a:solidFill>
                  <a:schemeClr val="accent3"/>
                </a:solidFill>
              </a:defRPr>
            </a:lvl6pPr>
            <a:lvl7pPr lvl="6">
              <a:spcBef>
                <a:spcPts val="0"/>
              </a:spcBef>
              <a:spcAft>
                <a:spcPts val="0"/>
              </a:spcAft>
              <a:buClr>
                <a:schemeClr val="accent3"/>
              </a:buClr>
              <a:buSzPts val="1400"/>
              <a:buNone/>
              <a:defRPr>
                <a:solidFill>
                  <a:schemeClr val="accent3"/>
                </a:solidFill>
              </a:defRPr>
            </a:lvl7pPr>
            <a:lvl8pPr lvl="7">
              <a:spcBef>
                <a:spcPts val="0"/>
              </a:spcBef>
              <a:spcAft>
                <a:spcPts val="0"/>
              </a:spcAft>
              <a:buClr>
                <a:schemeClr val="accent3"/>
              </a:buClr>
              <a:buSzPts val="1400"/>
              <a:buNone/>
              <a:defRPr>
                <a:solidFill>
                  <a:schemeClr val="accent3"/>
                </a:solidFill>
              </a:defRPr>
            </a:lvl8pPr>
            <a:lvl9pPr lvl="8">
              <a:spcBef>
                <a:spcPts val="0"/>
              </a:spcBef>
              <a:spcAft>
                <a:spcPts val="0"/>
              </a:spcAft>
              <a:buClr>
                <a:schemeClr val="accent3"/>
              </a:buClr>
              <a:buSzPts val="1400"/>
              <a:buNone/>
              <a:defRPr>
                <a:solidFill>
                  <a:schemeClr val="accent3"/>
                </a:solidFill>
              </a:defRPr>
            </a:lvl9pPr>
          </a:lstStyle>
          <a:p/>
        </p:txBody>
      </p:sp>
      <p:sp>
        <p:nvSpPr>
          <p:cNvPr id="555" name="Google Shape;555;p25"/>
          <p:cNvSpPr txBox="1"/>
          <p:nvPr>
            <p:ph idx="9" type="body"/>
          </p:nvPr>
        </p:nvSpPr>
        <p:spPr>
          <a:xfrm>
            <a:off x="4586500" y="4285825"/>
            <a:ext cx="3968100" cy="3321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0">
    <p:spTree>
      <p:nvGrpSpPr>
        <p:cNvPr id="556" name="Shape 556"/>
        <p:cNvGrpSpPr/>
        <p:nvPr/>
      </p:nvGrpSpPr>
      <p:grpSpPr>
        <a:xfrm>
          <a:off x="0" y="0"/>
          <a:ext cx="0" cy="0"/>
          <a:chOff x="0" y="0"/>
          <a:chExt cx="0" cy="0"/>
        </a:xfrm>
      </p:grpSpPr>
      <p:grpSp>
        <p:nvGrpSpPr>
          <p:cNvPr id="557" name="Google Shape;557;p26"/>
          <p:cNvGrpSpPr/>
          <p:nvPr/>
        </p:nvGrpSpPr>
        <p:grpSpPr>
          <a:xfrm>
            <a:off x="489200" y="476250"/>
            <a:ext cx="849600" cy="697200"/>
            <a:chOff x="489200" y="476250"/>
            <a:chExt cx="849600" cy="697200"/>
          </a:xfrm>
        </p:grpSpPr>
        <p:sp>
          <p:nvSpPr>
            <p:cNvPr id="558" name="Google Shape;558;p26"/>
            <p:cNvSpPr/>
            <p:nvPr/>
          </p:nvSpPr>
          <p:spPr>
            <a:xfrm>
              <a:off x="489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59" name="Google Shape;559;p26"/>
            <p:cNvSpPr/>
            <p:nvPr/>
          </p:nvSpPr>
          <p:spPr>
            <a:xfrm>
              <a:off x="6416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0" name="Google Shape;560;p26"/>
            <p:cNvSpPr/>
            <p:nvPr/>
          </p:nvSpPr>
          <p:spPr>
            <a:xfrm>
              <a:off x="7940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1" name="Google Shape;561;p26"/>
            <p:cNvSpPr/>
            <p:nvPr/>
          </p:nvSpPr>
          <p:spPr>
            <a:xfrm>
              <a:off x="9464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2" name="Google Shape;562;p26"/>
            <p:cNvSpPr/>
            <p:nvPr/>
          </p:nvSpPr>
          <p:spPr>
            <a:xfrm>
              <a:off x="10988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3" name="Google Shape;563;p26"/>
            <p:cNvSpPr/>
            <p:nvPr/>
          </p:nvSpPr>
          <p:spPr>
            <a:xfrm>
              <a:off x="1251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4" name="Google Shape;564;p26"/>
            <p:cNvSpPr/>
            <p:nvPr/>
          </p:nvSpPr>
          <p:spPr>
            <a:xfrm>
              <a:off x="489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5" name="Google Shape;565;p26"/>
            <p:cNvSpPr/>
            <p:nvPr/>
          </p:nvSpPr>
          <p:spPr>
            <a:xfrm>
              <a:off x="6416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6" name="Google Shape;566;p26"/>
            <p:cNvSpPr/>
            <p:nvPr/>
          </p:nvSpPr>
          <p:spPr>
            <a:xfrm>
              <a:off x="7940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7" name="Google Shape;567;p26"/>
            <p:cNvSpPr/>
            <p:nvPr/>
          </p:nvSpPr>
          <p:spPr>
            <a:xfrm>
              <a:off x="9464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8" name="Google Shape;568;p26"/>
            <p:cNvSpPr/>
            <p:nvPr/>
          </p:nvSpPr>
          <p:spPr>
            <a:xfrm>
              <a:off x="10988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69" name="Google Shape;569;p26"/>
            <p:cNvSpPr/>
            <p:nvPr/>
          </p:nvSpPr>
          <p:spPr>
            <a:xfrm>
              <a:off x="1251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0" name="Google Shape;570;p26"/>
            <p:cNvSpPr/>
            <p:nvPr/>
          </p:nvSpPr>
          <p:spPr>
            <a:xfrm>
              <a:off x="489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1" name="Google Shape;571;p26"/>
            <p:cNvSpPr/>
            <p:nvPr/>
          </p:nvSpPr>
          <p:spPr>
            <a:xfrm>
              <a:off x="6416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2" name="Google Shape;572;p26"/>
            <p:cNvSpPr/>
            <p:nvPr/>
          </p:nvSpPr>
          <p:spPr>
            <a:xfrm>
              <a:off x="7940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3" name="Google Shape;573;p26"/>
            <p:cNvSpPr/>
            <p:nvPr/>
          </p:nvSpPr>
          <p:spPr>
            <a:xfrm>
              <a:off x="9464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4" name="Google Shape;574;p26"/>
            <p:cNvSpPr/>
            <p:nvPr/>
          </p:nvSpPr>
          <p:spPr>
            <a:xfrm>
              <a:off x="10988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5" name="Google Shape;575;p26"/>
            <p:cNvSpPr/>
            <p:nvPr/>
          </p:nvSpPr>
          <p:spPr>
            <a:xfrm>
              <a:off x="1251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6" name="Google Shape;576;p26"/>
            <p:cNvSpPr/>
            <p:nvPr/>
          </p:nvSpPr>
          <p:spPr>
            <a:xfrm>
              <a:off x="489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7" name="Google Shape;577;p26"/>
            <p:cNvSpPr/>
            <p:nvPr/>
          </p:nvSpPr>
          <p:spPr>
            <a:xfrm>
              <a:off x="6416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8" name="Google Shape;578;p26"/>
            <p:cNvSpPr/>
            <p:nvPr/>
          </p:nvSpPr>
          <p:spPr>
            <a:xfrm>
              <a:off x="7940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79" name="Google Shape;579;p26"/>
            <p:cNvSpPr/>
            <p:nvPr/>
          </p:nvSpPr>
          <p:spPr>
            <a:xfrm>
              <a:off x="9464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80" name="Google Shape;580;p26"/>
            <p:cNvSpPr/>
            <p:nvPr/>
          </p:nvSpPr>
          <p:spPr>
            <a:xfrm>
              <a:off x="10988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81" name="Google Shape;581;p26"/>
            <p:cNvSpPr/>
            <p:nvPr/>
          </p:nvSpPr>
          <p:spPr>
            <a:xfrm>
              <a:off x="1251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82" name="Google Shape;582;p26"/>
            <p:cNvSpPr/>
            <p:nvPr/>
          </p:nvSpPr>
          <p:spPr>
            <a:xfrm>
              <a:off x="489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83" name="Google Shape;583;p26"/>
            <p:cNvSpPr/>
            <p:nvPr/>
          </p:nvSpPr>
          <p:spPr>
            <a:xfrm>
              <a:off x="6416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84" name="Google Shape;584;p26"/>
            <p:cNvSpPr/>
            <p:nvPr/>
          </p:nvSpPr>
          <p:spPr>
            <a:xfrm>
              <a:off x="7940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85" name="Google Shape;585;p26"/>
            <p:cNvSpPr/>
            <p:nvPr/>
          </p:nvSpPr>
          <p:spPr>
            <a:xfrm>
              <a:off x="9464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86" name="Google Shape;586;p26"/>
            <p:cNvSpPr/>
            <p:nvPr/>
          </p:nvSpPr>
          <p:spPr>
            <a:xfrm>
              <a:off x="10988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87" name="Google Shape;587;p26"/>
            <p:cNvSpPr/>
            <p:nvPr/>
          </p:nvSpPr>
          <p:spPr>
            <a:xfrm>
              <a:off x="1251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588" name="Google Shape;588;p26"/>
          <p:cNvGrpSpPr/>
          <p:nvPr/>
        </p:nvGrpSpPr>
        <p:grpSpPr>
          <a:xfrm>
            <a:off x="1682935" y="476261"/>
            <a:ext cx="697259" cy="697259"/>
            <a:chOff x="2421225" y="305100"/>
            <a:chExt cx="1684200" cy="1684200"/>
          </a:xfrm>
        </p:grpSpPr>
        <p:sp>
          <p:nvSpPr>
            <p:cNvPr id="589" name="Google Shape;589;p26"/>
            <p:cNvSpPr/>
            <p:nvPr/>
          </p:nvSpPr>
          <p:spPr>
            <a:xfrm rot="-5400000">
              <a:off x="3039675" y="305100"/>
              <a:ext cx="447300" cy="1684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90" name="Google Shape;590;p26"/>
            <p:cNvSpPr/>
            <p:nvPr/>
          </p:nvSpPr>
          <p:spPr>
            <a:xfrm>
              <a:off x="3039675" y="305100"/>
              <a:ext cx="447300" cy="1684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91" name="Google Shape;591;p26"/>
            <p:cNvSpPr/>
            <p:nvPr/>
          </p:nvSpPr>
          <p:spPr>
            <a:xfrm rot="-8100000">
              <a:off x="3039778" y="304985"/>
              <a:ext cx="447174" cy="1684328"/>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92" name="Google Shape;592;p26"/>
            <p:cNvSpPr/>
            <p:nvPr/>
          </p:nvSpPr>
          <p:spPr>
            <a:xfrm rot="-2700000">
              <a:off x="3039689" y="305076"/>
              <a:ext cx="447174" cy="1684328"/>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593" name="Google Shape;593;p26"/>
          <p:cNvGrpSpPr/>
          <p:nvPr/>
        </p:nvGrpSpPr>
        <p:grpSpPr>
          <a:xfrm>
            <a:off x="2645475" y="456275"/>
            <a:ext cx="697200" cy="697200"/>
            <a:chOff x="2645475" y="456275"/>
            <a:chExt cx="697200" cy="697200"/>
          </a:xfrm>
        </p:grpSpPr>
        <p:sp>
          <p:nvSpPr>
            <p:cNvPr id="594" name="Google Shape;594;p26"/>
            <p:cNvSpPr/>
            <p:nvPr/>
          </p:nvSpPr>
          <p:spPr>
            <a:xfrm>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95" name="Google Shape;595;p26"/>
            <p:cNvSpPr/>
            <p:nvPr/>
          </p:nvSpPr>
          <p:spPr>
            <a:xfrm rot="-5400000">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96" name="Google Shape;596;p26"/>
            <p:cNvSpPr/>
            <p:nvPr/>
          </p:nvSpPr>
          <p:spPr>
            <a:xfrm rot="-2700000">
              <a:off x="2977290" y="456299"/>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97" name="Google Shape;597;p26"/>
            <p:cNvSpPr/>
            <p:nvPr/>
          </p:nvSpPr>
          <p:spPr>
            <a:xfrm rot="-8100000">
              <a:off x="2977349" y="456394"/>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98" name="Google Shape;598;p26"/>
            <p:cNvSpPr/>
            <p:nvPr/>
          </p:nvSpPr>
          <p:spPr>
            <a:xfrm rot="-1387885">
              <a:off x="2977170" y="456436"/>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599" name="Google Shape;599;p26"/>
            <p:cNvSpPr/>
            <p:nvPr/>
          </p:nvSpPr>
          <p:spPr>
            <a:xfrm rot="-6787885">
              <a:off x="2977359" y="456451"/>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00" name="Google Shape;600;p26"/>
            <p:cNvSpPr/>
            <p:nvPr/>
          </p:nvSpPr>
          <p:spPr>
            <a:xfrm rot="-4109047">
              <a:off x="2977190" y="456337"/>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01" name="Google Shape;601;p26"/>
            <p:cNvSpPr/>
            <p:nvPr/>
          </p:nvSpPr>
          <p:spPr>
            <a:xfrm rot="-9509047">
              <a:off x="2977270" y="456558"/>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602" name="Google Shape;602;p26"/>
          <p:cNvSpPr/>
          <p:nvPr/>
        </p:nvSpPr>
        <p:spPr>
          <a:xfrm>
            <a:off x="3607950" y="456275"/>
            <a:ext cx="752400" cy="697200"/>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03" name="Google Shape;603;p26"/>
          <p:cNvSpPr/>
          <p:nvPr/>
        </p:nvSpPr>
        <p:spPr>
          <a:xfrm>
            <a:off x="4812450" y="476250"/>
            <a:ext cx="1054200" cy="16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04" name="Google Shape;604;p26"/>
          <p:cNvSpPr/>
          <p:nvPr/>
        </p:nvSpPr>
        <p:spPr>
          <a:xfrm>
            <a:off x="5968375" y="476250"/>
            <a:ext cx="152400" cy="16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05" name="Google Shape;605;p26"/>
          <p:cNvSpPr/>
          <p:nvPr/>
        </p:nvSpPr>
        <p:spPr>
          <a:xfrm>
            <a:off x="4812450" y="816788"/>
            <a:ext cx="1054200" cy="16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06" name="Google Shape;606;p26"/>
          <p:cNvSpPr/>
          <p:nvPr/>
        </p:nvSpPr>
        <p:spPr>
          <a:xfrm>
            <a:off x="4861750" y="896938"/>
            <a:ext cx="152400" cy="16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07" name="Google Shape;607;p26"/>
          <p:cNvSpPr/>
          <p:nvPr/>
        </p:nvSpPr>
        <p:spPr>
          <a:xfrm>
            <a:off x="5147825" y="273325"/>
            <a:ext cx="120300" cy="120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608" name="Google Shape;608;p26"/>
          <p:cNvGrpSpPr/>
          <p:nvPr/>
        </p:nvGrpSpPr>
        <p:grpSpPr>
          <a:xfrm>
            <a:off x="489200" y="1643459"/>
            <a:ext cx="1994400" cy="1981200"/>
            <a:chOff x="740850" y="1775184"/>
            <a:chExt cx="1994400" cy="1981200"/>
          </a:xfrm>
        </p:grpSpPr>
        <p:cxnSp>
          <p:nvCxnSpPr>
            <p:cNvPr id="609" name="Google Shape;609;p26"/>
            <p:cNvCxnSpPr/>
            <p:nvPr/>
          </p:nvCxnSpPr>
          <p:spPr>
            <a:xfrm>
              <a:off x="747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0" name="Google Shape;610;p26"/>
            <p:cNvCxnSpPr/>
            <p:nvPr/>
          </p:nvCxnSpPr>
          <p:spPr>
            <a:xfrm>
              <a:off x="899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26"/>
            <p:cNvCxnSpPr/>
            <p:nvPr/>
          </p:nvCxnSpPr>
          <p:spPr>
            <a:xfrm>
              <a:off x="1052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26"/>
            <p:cNvCxnSpPr/>
            <p:nvPr/>
          </p:nvCxnSpPr>
          <p:spPr>
            <a:xfrm>
              <a:off x="1204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26"/>
            <p:cNvCxnSpPr/>
            <p:nvPr/>
          </p:nvCxnSpPr>
          <p:spPr>
            <a:xfrm>
              <a:off x="1357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4" name="Google Shape;614;p26"/>
            <p:cNvCxnSpPr/>
            <p:nvPr/>
          </p:nvCxnSpPr>
          <p:spPr>
            <a:xfrm>
              <a:off x="1509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5" name="Google Shape;615;p26"/>
            <p:cNvCxnSpPr/>
            <p:nvPr/>
          </p:nvCxnSpPr>
          <p:spPr>
            <a:xfrm>
              <a:off x="1661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26"/>
            <p:cNvCxnSpPr/>
            <p:nvPr/>
          </p:nvCxnSpPr>
          <p:spPr>
            <a:xfrm>
              <a:off x="1814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7" name="Google Shape;617;p26"/>
            <p:cNvCxnSpPr/>
            <p:nvPr/>
          </p:nvCxnSpPr>
          <p:spPr>
            <a:xfrm>
              <a:off x="1966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8" name="Google Shape;618;p26"/>
            <p:cNvCxnSpPr/>
            <p:nvPr/>
          </p:nvCxnSpPr>
          <p:spPr>
            <a:xfrm>
              <a:off x="2119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26"/>
            <p:cNvCxnSpPr/>
            <p:nvPr/>
          </p:nvCxnSpPr>
          <p:spPr>
            <a:xfrm>
              <a:off x="2271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26"/>
            <p:cNvCxnSpPr/>
            <p:nvPr/>
          </p:nvCxnSpPr>
          <p:spPr>
            <a:xfrm>
              <a:off x="2423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26"/>
            <p:cNvCxnSpPr/>
            <p:nvPr/>
          </p:nvCxnSpPr>
          <p:spPr>
            <a:xfrm>
              <a:off x="2576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22" name="Google Shape;622;p26"/>
            <p:cNvCxnSpPr/>
            <p:nvPr/>
          </p:nvCxnSpPr>
          <p:spPr>
            <a:xfrm>
              <a:off x="2728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26"/>
            <p:cNvCxnSpPr/>
            <p:nvPr/>
          </p:nvCxnSpPr>
          <p:spPr>
            <a:xfrm>
              <a:off x="1738050" y="777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24" name="Google Shape;624;p26"/>
            <p:cNvCxnSpPr/>
            <p:nvPr/>
          </p:nvCxnSpPr>
          <p:spPr>
            <a:xfrm>
              <a:off x="1738050" y="930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25" name="Google Shape;625;p26"/>
            <p:cNvCxnSpPr/>
            <p:nvPr/>
          </p:nvCxnSpPr>
          <p:spPr>
            <a:xfrm>
              <a:off x="1738050" y="1082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26"/>
            <p:cNvCxnSpPr/>
            <p:nvPr/>
          </p:nvCxnSpPr>
          <p:spPr>
            <a:xfrm>
              <a:off x="1738050" y="1235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26"/>
            <p:cNvCxnSpPr/>
            <p:nvPr/>
          </p:nvCxnSpPr>
          <p:spPr>
            <a:xfrm>
              <a:off x="1738050" y="1387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28" name="Google Shape;628;p26"/>
            <p:cNvCxnSpPr/>
            <p:nvPr/>
          </p:nvCxnSpPr>
          <p:spPr>
            <a:xfrm>
              <a:off x="1738050" y="1539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29" name="Google Shape;629;p26"/>
            <p:cNvCxnSpPr/>
            <p:nvPr/>
          </p:nvCxnSpPr>
          <p:spPr>
            <a:xfrm>
              <a:off x="1738050" y="1692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30" name="Google Shape;630;p26"/>
            <p:cNvCxnSpPr/>
            <p:nvPr/>
          </p:nvCxnSpPr>
          <p:spPr>
            <a:xfrm>
              <a:off x="1738050" y="1844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31" name="Google Shape;631;p26"/>
            <p:cNvCxnSpPr/>
            <p:nvPr/>
          </p:nvCxnSpPr>
          <p:spPr>
            <a:xfrm>
              <a:off x="1738050" y="1997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32" name="Google Shape;632;p26"/>
            <p:cNvCxnSpPr/>
            <p:nvPr/>
          </p:nvCxnSpPr>
          <p:spPr>
            <a:xfrm>
              <a:off x="1738050" y="2149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33" name="Google Shape;633;p26"/>
            <p:cNvCxnSpPr/>
            <p:nvPr/>
          </p:nvCxnSpPr>
          <p:spPr>
            <a:xfrm>
              <a:off x="1738050" y="2301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26"/>
            <p:cNvCxnSpPr/>
            <p:nvPr/>
          </p:nvCxnSpPr>
          <p:spPr>
            <a:xfrm>
              <a:off x="1738050" y="2454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35" name="Google Shape;635;p26"/>
            <p:cNvCxnSpPr/>
            <p:nvPr/>
          </p:nvCxnSpPr>
          <p:spPr>
            <a:xfrm>
              <a:off x="1738050" y="2606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636" name="Google Shape;636;p26"/>
            <p:cNvCxnSpPr/>
            <p:nvPr/>
          </p:nvCxnSpPr>
          <p:spPr>
            <a:xfrm>
              <a:off x="1738050" y="2759184"/>
              <a:ext cx="0" cy="19944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1">
  <p:cSld name="CUSTOM_12">
    <p:spTree>
      <p:nvGrpSpPr>
        <p:cNvPr id="637" name="Shape 637"/>
        <p:cNvGrpSpPr/>
        <p:nvPr/>
      </p:nvGrpSpPr>
      <p:grpSpPr>
        <a:xfrm>
          <a:off x="0" y="0"/>
          <a:ext cx="0" cy="0"/>
          <a:chOff x="0" y="0"/>
          <a:chExt cx="0" cy="0"/>
        </a:xfrm>
      </p:grpSpPr>
      <p:sp>
        <p:nvSpPr>
          <p:cNvPr id="638" name="Google Shape;638;p27"/>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639" name="Google Shape;639;p27"/>
          <p:cNvSpPr txBox="1"/>
          <p:nvPr>
            <p:ph idx="1" type="body"/>
          </p:nvPr>
        </p:nvSpPr>
        <p:spPr>
          <a:xfrm>
            <a:off x="596800" y="1992575"/>
            <a:ext cx="33429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40" name="Google Shape;640;p27"/>
          <p:cNvSpPr txBox="1"/>
          <p:nvPr>
            <p:ph idx="2" type="subTitle"/>
          </p:nvPr>
        </p:nvSpPr>
        <p:spPr>
          <a:xfrm>
            <a:off x="596800" y="1483550"/>
            <a:ext cx="33429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641" name="Google Shape;641;p27"/>
          <p:cNvSpPr txBox="1"/>
          <p:nvPr>
            <p:ph idx="3" type="body"/>
          </p:nvPr>
        </p:nvSpPr>
        <p:spPr>
          <a:xfrm>
            <a:off x="5489400" y="1982675"/>
            <a:ext cx="33429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42" name="Google Shape;642;p27"/>
          <p:cNvSpPr txBox="1"/>
          <p:nvPr>
            <p:ph idx="4" type="subTitle"/>
          </p:nvPr>
        </p:nvSpPr>
        <p:spPr>
          <a:xfrm>
            <a:off x="5489400" y="1473650"/>
            <a:ext cx="33429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643" name="Google Shape;643;p27"/>
          <p:cNvSpPr/>
          <p:nvPr/>
        </p:nvSpPr>
        <p:spPr>
          <a:xfrm rot="527322">
            <a:off x="8498746" y="-350619"/>
            <a:ext cx="1044565" cy="968065"/>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644" name="Google Shape;644;p27"/>
          <p:cNvGrpSpPr/>
          <p:nvPr/>
        </p:nvGrpSpPr>
        <p:grpSpPr>
          <a:xfrm>
            <a:off x="-293677" y="3973321"/>
            <a:ext cx="1506180" cy="1506180"/>
            <a:chOff x="2421225" y="305100"/>
            <a:chExt cx="1684200" cy="1684200"/>
          </a:xfrm>
        </p:grpSpPr>
        <p:sp>
          <p:nvSpPr>
            <p:cNvPr id="645" name="Google Shape;645;p27"/>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46" name="Google Shape;646;p27"/>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47" name="Google Shape;647;p27"/>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48" name="Google Shape;648;p27"/>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649" name="Google Shape;649;p27"/>
          <p:cNvGrpSpPr/>
          <p:nvPr/>
        </p:nvGrpSpPr>
        <p:grpSpPr>
          <a:xfrm>
            <a:off x="311690" y="1483526"/>
            <a:ext cx="195634" cy="195634"/>
            <a:chOff x="2645475" y="456275"/>
            <a:chExt cx="697200" cy="697200"/>
          </a:xfrm>
        </p:grpSpPr>
        <p:sp>
          <p:nvSpPr>
            <p:cNvPr id="650" name="Google Shape;650;p27"/>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51" name="Google Shape;651;p27"/>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52" name="Google Shape;652;p27"/>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53" name="Google Shape;653;p27"/>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54" name="Google Shape;654;p27"/>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55" name="Google Shape;655;p27"/>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56" name="Google Shape;656;p27"/>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57" name="Google Shape;657;p27"/>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658" name="Google Shape;658;p27"/>
          <p:cNvGrpSpPr/>
          <p:nvPr/>
        </p:nvGrpSpPr>
        <p:grpSpPr>
          <a:xfrm>
            <a:off x="5226590" y="1483526"/>
            <a:ext cx="195634" cy="195634"/>
            <a:chOff x="2645475" y="456275"/>
            <a:chExt cx="697200" cy="697200"/>
          </a:xfrm>
        </p:grpSpPr>
        <p:sp>
          <p:nvSpPr>
            <p:cNvPr id="659" name="Google Shape;659;p27"/>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60" name="Google Shape;660;p27"/>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61" name="Google Shape;661;p27"/>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62" name="Google Shape;662;p27"/>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63" name="Google Shape;663;p27"/>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64" name="Google Shape;664;p27"/>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65" name="Google Shape;665;p27"/>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66" name="Google Shape;666;p27"/>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1 Image">
  <p:cSld name="CUSTOM_12_2">
    <p:spTree>
      <p:nvGrpSpPr>
        <p:cNvPr id="667" name="Shape 667"/>
        <p:cNvGrpSpPr/>
        <p:nvPr/>
      </p:nvGrpSpPr>
      <p:grpSpPr>
        <a:xfrm>
          <a:off x="0" y="0"/>
          <a:ext cx="0" cy="0"/>
          <a:chOff x="0" y="0"/>
          <a:chExt cx="0" cy="0"/>
        </a:xfrm>
      </p:grpSpPr>
      <p:sp>
        <p:nvSpPr>
          <p:cNvPr id="668" name="Google Shape;668;p28"/>
          <p:cNvSpPr txBox="1"/>
          <p:nvPr>
            <p:ph type="title"/>
          </p:nvPr>
        </p:nvSpPr>
        <p:spPr>
          <a:xfrm>
            <a:off x="507325" y="445025"/>
            <a:ext cx="83250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669" name="Google Shape;669;p28"/>
          <p:cNvSpPr txBox="1"/>
          <p:nvPr>
            <p:ph idx="1" type="body"/>
          </p:nvPr>
        </p:nvSpPr>
        <p:spPr>
          <a:xfrm>
            <a:off x="575425" y="3205227"/>
            <a:ext cx="3342900" cy="12744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70" name="Google Shape;670;p28"/>
          <p:cNvSpPr txBox="1"/>
          <p:nvPr>
            <p:ph idx="2" type="subTitle"/>
          </p:nvPr>
        </p:nvSpPr>
        <p:spPr>
          <a:xfrm>
            <a:off x="575425" y="2842563"/>
            <a:ext cx="33429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671" name="Google Shape;671;p28"/>
          <p:cNvSpPr txBox="1"/>
          <p:nvPr>
            <p:ph idx="3" type="body"/>
          </p:nvPr>
        </p:nvSpPr>
        <p:spPr>
          <a:xfrm>
            <a:off x="5489400" y="3205225"/>
            <a:ext cx="3342900" cy="12744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72" name="Google Shape;672;p28"/>
          <p:cNvSpPr txBox="1"/>
          <p:nvPr>
            <p:ph idx="4" type="subTitle"/>
          </p:nvPr>
        </p:nvSpPr>
        <p:spPr>
          <a:xfrm>
            <a:off x="5489400" y="2842575"/>
            <a:ext cx="33429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673" name="Google Shape;673;p28"/>
          <p:cNvSpPr/>
          <p:nvPr/>
        </p:nvSpPr>
        <p:spPr>
          <a:xfrm rot="527322">
            <a:off x="8498746" y="-350619"/>
            <a:ext cx="1044565" cy="968065"/>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674" name="Google Shape;674;p28"/>
          <p:cNvGrpSpPr/>
          <p:nvPr/>
        </p:nvGrpSpPr>
        <p:grpSpPr>
          <a:xfrm>
            <a:off x="-349421" y="4449362"/>
            <a:ext cx="856753" cy="856753"/>
            <a:chOff x="2421225" y="305100"/>
            <a:chExt cx="1684200" cy="1684200"/>
          </a:xfrm>
        </p:grpSpPr>
        <p:sp>
          <p:nvSpPr>
            <p:cNvPr id="675" name="Google Shape;675;p28"/>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76" name="Google Shape;676;p28"/>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77" name="Google Shape;677;p28"/>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78" name="Google Shape;678;p28"/>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679" name="Google Shape;679;p28"/>
          <p:cNvGrpSpPr/>
          <p:nvPr/>
        </p:nvGrpSpPr>
        <p:grpSpPr>
          <a:xfrm>
            <a:off x="311690" y="1483526"/>
            <a:ext cx="195634" cy="195634"/>
            <a:chOff x="2645475" y="456275"/>
            <a:chExt cx="697200" cy="697200"/>
          </a:xfrm>
        </p:grpSpPr>
        <p:sp>
          <p:nvSpPr>
            <p:cNvPr id="680" name="Google Shape;680;p28"/>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81" name="Google Shape;681;p28"/>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82" name="Google Shape;682;p28"/>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83" name="Google Shape;683;p28"/>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84" name="Google Shape;684;p28"/>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85" name="Google Shape;685;p28"/>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86" name="Google Shape;686;p28"/>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87" name="Google Shape;687;p28"/>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688" name="Google Shape;688;p28"/>
          <p:cNvGrpSpPr/>
          <p:nvPr/>
        </p:nvGrpSpPr>
        <p:grpSpPr>
          <a:xfrm>
            <a:off x="5226590" y="1483526"/>
            <a:ext cx="195634" cy="195634"/>
            <a:chOff x="2645475" y="456275"/>
            <a:chExt cx="697200" cy="697200"/>
          </a:xfrm>
        </p:grpSpPr>
        <p:sp>
          <p:nvSpPr>
            <p:cNvPr id="689" name="Google Shape;689;p28"/>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90" name="Google Shape;690;p28"/>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91" name="Google Shape;691;p28"/>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92" name="Google Shape;692;p28"/>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93" name="Google Shape;693;p28"/>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94" name="Google Shape;694;p28"/>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95" name="Google Shape;695;p28"/>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696" name="Google Shape;696;p28"/>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697" name="Google Shape;697;p28"/>
          <p:cNvSpPr/>
          <p:nvPr>
            <p:ph idx="5" type="pic"/>
          </p:nvPr>
        </p:nvSpPr>
        <p:spPr>
          <a:xfrm>
            <a:off x="575425" y="1494100"/>
            <a:ext cx="3342900" cy="1181400"/>
          </a:xfrm>
          <a:prstGeom prst="rect">
            <a:avLst/>
          </a:prstGeom>
          <a:noFill/>
          <a:ln>
            <a:noFill/>
          </a:ln>
        </p:spPr>
      </p:sp>
      <p:sp>
        <p:nvSpPr>
          <p:cNvPr id="698" name="Google Shape;698;p28"/>
          <p:cNvSpPr/>
          <p:nvPr>
            <p:ph idx="6" type="pic"/>
          </p:nvPr>
        </p:nvSpPr>
        <p:spPr>
          <a:xfrm>
            <a:off x="5489400" y="1494125"/>
            <a:ext cx="3342900" cy="1181400"/>
          </a:xfrm>
          <a:prstGeom prst="rect">
            <a:avLst/>
          </a:prstGeom>
          <a:noFill/>
          <a:ln>
            <a:noFill/>
          </a:ln>
        </p:spPr>
      </p:sp>
    </p:spTree>
  </p:cSld>
  <p:clrMapOvr>
    <a:masterClrMapping/>
  </p:clrMapOvr>
  <p:extLst>
    <p:ext uri="{DCECCB84-F9BA-43D5-87BE-67443E8EF086}">
      <p15:sldGuideLst>
        <p15:guide id="1" orient="horz" pos="1791">
          <p15:clr>
            <a:srgbClr val="E46962"/>
          </p15:clr>
        </p15:guide>
        <p15:guide id="2" orient="horz" pos="2822">
          <p15:clr>
            <a:srgbClr val="E46962"/>
          </p15:clr>
        </p15:guide>
        <p15:guide id="3" orient="horz" pos="941">
          <p15:clr>
            <a:srgbClr val="E46962"/>
          </p15:clr>
        </p15:guide>
        <p15:guide id="4" orient="horz" pos="168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2">
  <p:cSld name="CUSTOM_12_1">
    <p:bg>
      <p:bgPr>
        <a:solidFill>
          <a:schemeClr val="accent5"/>
        </a:solidFill>
      </p:bgPr>
    </p:bg>
    <p:spTree>
      <p:nvGrpSpPr>
        <p:cNvPr id="699" name="Shape 699"/>
        <p:cNvGrpSpPr/>
        <p:nvPr/>
      </p:nvGrpSpPr>
      <p:grpSpPr>
        <a:xfrm>
          <a:off x="0" y="0"/>
          <a:ext cx="0" cy="0"/>
          <a:chOff x="0" y="0"/>
          <a:chExt cx="0" cy="0"/>
        </a:xfrm>
      </p:grpSpPr>
      <p:sp>
        <p:nvSpPr>
          <p:cNvPr id="700" name="Google Shape;700;p29"/>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01" name="Google Shape;701;p29"/>
          <p:cNvSpPr txBox="1"/>
          <p:nvPr>
            <p:ph idx="1" type="body"/>
          </p:nvPr>
        </p:nvSpPr>
        <p:spPr>
          <a:xfrm>
            <a:off x="4262150" y="1483550"/>
            <a:ext cx="4570200" cy="12678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02" name="Google Shape;702;p29"/>
          <p:cNvSpPr txBox="1"/>
          <p:nvPr>
            <p:ph idx="2" type="subTitle"/>
          </p:nvPr>
        </p:nvSpPr>
        <p:spPr>
          <a:xfrm>
            <a:off x="311700" y="1483550"/>
            <a:ext cx="36279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703" name="Google Shape;703;p29"/>
          <p:cNvSpPr txBox="1"/>
          <p:nvPr>
            <p:ph idx="3" type="body"/>
          </p:nvPr>
        </p:nvSpPr>
        <p:spPr>
          <a:xfrm>
            <a:off x="4262125" y="3172600"/>
            <a:ext cx="4570200" cy="12678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04" name="Google Shape;704;p29"/>
          <p:cNvSpPr txBox="1"/>
          <p:nvPr>
            <p:ph idx="4" type="subTitle"/>
          </p:nvPr>
        </p:nvSpPr>
        <p:spPr>
          <a:xfrm>
            <a:off x="311675" y="3172600"/>
            <a:ext cx="36279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705" name="Google Shape;705;p29"/>
          <p:cNvGrpSpPr/>
          <p:nvPr/>
        </p:nvGrpSpPr>
        <p:grpSpPr>
          <a:xfrm>
            <a:off x="184400" y="4286250"/>
            <a:ext cx="849600" cy="697200"/>
            <a:chOff x="489200" y="476250"/>
            <a:chExt cx="849600" cy="697200"/>
          </a:xfrm>
        </p:grpSpPr>
        <p:sp>
          <p:nvSpPr>
            <p:cNvPr id="706" name="Google Shape;706;p29"/>
            <p:cNvSpPr/>
            <p:nvPr/>
          </p:nvSpPr>
          <p:spPr>
            <a:xfrm>
              <a:off x="489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07" name="Google Shape;707;p29"/>
            <p:cNvSpPr/>
            <p:nvPr/>
          </p:nvSpPr>
          <p:spPr>
            <a:xfrm>
              <a:off x="6416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08" name="Google Shape;708;p29"/>
            <p:cNvSpPr/>
            <p:nvPr/>
          </p:nvSpPr>
          <p:spPr>
            <a:xfrm>
              <a:off x="7940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09" name="Google Shape;709;p29"/>
            <p:cNvSpPr/>
            <p:nvPr/>
          </p:nvSpPr>
          <p:spPr>
            <a:xfrm>
              <a:off x="9464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0" name="Google Shape;710;p29"/>
            <p:cNvSpPr/>
            <p:nvPr/>
          </p:nvSpPr>
          <p:spPr>
            <a:xfrm>
              <a:off x="10988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1" name="Google Shape;711;p29"/>
            <p:cNvSpPr/>
            <p:nvPr/>
          </p:nvSpPr>
          <p:spPr>
            <a:xfrm>
              <a:off x="1251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2" name="Google Shape;712;p29"/>
            <p:cNvSpPr/>
            <p:nvPr/>
          </p:nvSpPr>
          <p:spPr>
            <a:xfrm>
              <a:off x="489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3" name="Google Shape;713;p29"/>
            <p:cNvSpPr/>
            <p:nvPr/>
          </p:nvSpPr>
          <p:spPr>
            <a:xfrm>
              <a:off x="6416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4" name="Google Shape;714;p29"/>
            <p:cNvSpPr/>
            <p:nvPr/>
          </p:nvSpPr>
          <p:spPr>
            <a:xfrm>
              <a:off x="7940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5" name="Google Shape;715;p29"/>
            <p:cNvSpPr/>
            <p:nvPr/>
          </p:nvSpPr>
          <p:spPr>
            <a:xfrm>
              <a:off x="9464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6" name="Google Shape;716;p29"/>
            <p:cNvSpPr/>
            <p:nvPr/>
          </p:nvSpPr>
          <p:spPr>
            <a:xfrm>
              <a:off x="10988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7" name="Google Shape;717;p29"/>
            <p:cNvSpPr/>
            <p:nvPr/>
          </p:nvSpPr>
          <p:spPr>
            <a:xfrm>
              <a:off x="1251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8" name="Google Shape;718;p29"/>
            <p:cNvSpPr/>
            <p:nvPr/>
          </p:nvSpPr>
          <p:spPr>
            <a:xfrm>
              <a:off x="489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19" name="Google Shape;719;p29"/>
            <p:cNvSpPr/>
            <p:nvPr/>
          </p:nvSpPr>
          <p:spPr>
            <a:xfrm>
              <a:off x="6416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0" name="Google Shape;720;p29"/>
            <p:cNvSpPr/>
            <p:nvPr/>
          </p:nvSpPr>
          <p:spPr>
            <a:xfrm>
              <a:off x="7940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1" name="Google Shape;721;p29"/>
            <p:cNvSpPr/>
            <p:nvPr/>
          </p:nvSpPr>
          <p:spPr>
            <a:xfrm>
              <a:off x="9464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2" name="Google Shape;722;p29"/>
            <p:cNvSpPr/>
            <p:nvPr/>
          </p:nvSpPr>
          <p:spPr>
            <a:xfrm>
              <a:off x="10988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3" name="Google Shape;723;p29"/>
            <p:cNvSpPr/>
            <p:nvPr/>
          </p:nvSpPr>
          <p:spPr>
            <a:xfrm>
              <a:off x="1251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4" name="Google Shape;724;p29"/>
            <p:cNvSpPr/>
            <p:nvPr/>
          </p:nvSpPr>
          <p:spPr>
            <a:xfrm>
              <a:off x="489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5" name="Google Shape;725;p29"/>
            <p:cNvSpPr/>
            <p:nvPr/>
          </p:nvSpPr>
          <p:spPr>
            <a:xfrm>
              <a:off x="6416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6" name="Google Shape;726;p29"/>
            <p:cNvSpPr/>
            <p:nvPr/>
          </p:nvSpPr>
          <p:spPr>
            <a:xfrm>
              <a:off x="7940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7" name="Google Shape;727;p29"/>
            <p:cNvSpPr/>
            <p:nvPr/>
          </p:nvSpPr>
          <p:spPr>
            <a:xfrm>
              <a:off x="9464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8" name="Google Shape;728;p29"/>
            <p:cNvSpPr/>
            <p:nvPr/>
          </p:nvSpPr>
          <p:spPr>
            <a:xfrm>
              <a:off x="10988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29" name="Google Shape;729;p29"/>
            <p:cNvSpPr/>
            <p:nvPr/>
          </p:nvSpPr>
          <p:spPr>
            <a:xfrm>
              <a:off x="1251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30" name="Google Shape;730;p29"/>
            <p:cNvSpPr/>
            <p:nvPr/>
          </p:nvSpPr>
          <p:spPr>
            <a:xfrm>
              <a:off x="489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31" name="Google Shape;731;p29"/>
            <p:cNvSpPr/>
            <p:nvPr/>
          </p:nvSpPr>
          <p:spPr>
            <a:xfrm>
              <a:off x="6416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32" name="Google Shape;732;p29"/>
            <p:cNvSpPr/>
            <p:nvPr/>
          </p:nvSpPr>
          <p:spPr>
            <a:xfrm>
              <a:off x="7940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33" name="Google Shape;733;p29"/>
            <p:cNvSpPr/>
            <p:nvPr/>
          </p:nvSpPr>
          <p:spPr>
            <a:xfrm>
              <a:off x="9464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34" name="Google Shape;734;p29"/>
            <p:cNvSpPr/>
            <p:nvPr/>
          </p:nvSpPr>
          <p:spPr>
            <a:xfrm>
              <a:off x="10988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35" name="Google Shape;735;p29"/>
            <p:cNvSpPr/>
            <p:nvPr/>
          </p:nvSpPr>
          <p:spPr>
            <a:xfrm>
              <a:off x="1251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736" name="Google Shape;736;p29"/>
          <p:cNvSpPr/>
          <p:nvPr/>
        </p:nvSpPr>
        <p:spPr>
          <a:xfrm>
            <a:off x="8167200" y="-256170"/>
            <a:ext cx="1333800" cy="1236000"/>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3">
  <p:cSld name="CUSTOM_13">
    <p:spTree>
      <p:nvGrpSpPr>
        <p:cNvPr id="737" name="Shape 737"/>
        <p:cNvGrpSpPr/>
        <p:nvPr/>
      </p:nvGrpSpPr>
      <p:grpSpPr>
        <a:xfrm>
          <a:off x="0" y="0"/>
          <a:ext cx="0" cy="0"/>
          <a:chOff x="0" y="0"/>
          <a:chExt cx="0" cy="0"/>
        </a:xfrm>
      </p:grpSpPr>
      <p:sp>
        <p:nvSpPr>
          <p:cNvPr id="738" name="Google Shape;738;p3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39" name="Google Shape;739;p30"/>
          <p:cNvSpPr txBox="1"/>
          <p:nvPr>
            <p:ph idx="1" type="body"/>
          </p:nvPr>
        </p:nvSpPr>
        <p:spPr>
          <a:xfrm>
            <a:off x="311700" y="1992575"/>
            <a:ext cx="36279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40" name="Google Shape;740;p30"/>
          <p:cNvSpPr txBox="1"/>
          <p:nvPr>
            <p:ph idx="2" type="subTitle"/>
          </p:nvPr>
        </p:nvSpPr>
        <p:spPr>
          <a:xfrm>
            <a:off x="311700" y="1483550"/>
            <a:ext cx="36279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741" name="Google Shape;741;p30"/>
          <p:cNvSpPr txBox="1"/>
          <p:nvPr>
            <p:ph idx="3" type="body"/>
          </p:nvPr>
        </p:nvSpPr>
        <p:spPr>
          <a:xfrm>
            <a:off x="5204400" y="1982675"/>
            <a:ext cx="36279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42" name="Google Shape;742;p30"/>
          <p:cNvSpPr txBox="1"/>
          <p:nvPr>
            <p:ph idx="4" type="subTitle"/>
          </p:nvPr>
        </p:nvSpPr>
        <p:spPr>
          <a:xfrm>
            <a:off x="5204400" y="1473650"/>
            <a:ext cx="36279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743" name="Google Shape;743;p30"/>
          <p:cNvGrpSpPr/>
          <p:nvPr/>
        </p:nvGrpSpPr>
        <p:grpSpPr>
          <a:xfrm>
            <a:off x="8414000" y="4539059"/>
            <a:ext cx="1994400" cy="1981200"/>
            <a:chOff x="740850" y="1775184"/>
            <a:chExt cx="1994400" cy="1981200"/>
          </a:xfrm>
        </p:grpSpPr>
        <p:cxnSp>
          <p:nvCxnSpPr>
            <p:cNvPr id="744" name="Google Shape;744;p30"/>
            <p:cNvCxnSpPr/>
            <p:nvPr/>
          </p:nvCxnSpPr>
          <p:spPr>
            <a:xfrm>
              <a:off x="747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30"/>
            <p:cNvCxnSpPr/>
            <p:nvPr/>
          </p:nvCxnSpPr>
          <p:spPr>
            <a:xfrm>
              <a:off x="899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46" name="Google Shape;746;p30"/>
            <p:cNvCxnSpPr/>
            <p:nvPr/>
          </p:nvCxnSpPr>
          <p:spPr>
            <a:xfrm>
              <a:off x="1052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47" name="Google Shape;747;p30"/>
            <p:cNvCxnSpPr/>
            <p:nvPr/>
          </p:nvCxnSpPr>
          <p:spPr>
            <a:xfrm>
              <a:off x="1204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48" name="Google Shape;748;p30"/>
            <p:cNvCxnSpPr/>
            <p:nvPr/>
          </p:nvCxnSpPr>
          <p:spPr>
            <a:xfrm>
              <a:off x="1357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49" name="Google Shape;749;p30"/>
            <p:cNvCxnSpPr/>
            <p:nvPr/>
          </p:nvCxnSpPr>
          <p:spPr>
            <a:xfrm>
              <a:off x="1509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0" name="Google Shape;750;p30"/>
            <p:cNvCxnSpPr/>
            <p:nvPr/>
          </p:nvCxnSpPr>
          <p:spPr>
            <a:xfrm>
              <a:off x="1661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1" name="Google Shape;751;p30"/>
            <p:cNvCxnSpPr/>
            <p:nvPr/>
          </p:nvCxnSpPr>
          <p:spPr>
            <a:xfrm>
              <a:off x="1814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30"/>
            <p:cNvCxnSpPr/>
            <p:nvPr/>
          </p:nvCxnSpPr>
          <p:spPr>
            <a:xfrm>
              <a:off x="1966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3" name="Google Shape;753;p30"/>
            <p:cNvCxnSpPr/>
            <p:nvPr/>
          </p:nvCxnSpPr>
          <p:spPr>
            <a:xfrm>
              <a:off x="2119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4" name="Google Shape;754;p30"/>
            <p:cNvCxnSpPr/>
            <p:nvPr/>
          </p:nvCxnSpPr>
          <p:spPr>
            <a:xfrm>
              <a:off x="2271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5" name="Google Shape;755;p30"/>
            <p:cNvCxnSpPr/>
            <p:nvPr/>
          </p:nvCxnSpPr>
          <p:spPr>
            <a:xfrm>
              <a:off x="2423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30"/>
            <p:cNvCxnSpPr/>
            <p:nvPr/>
          </p:nvCxnSpPr>
          <p:spPr>
            <a:xfrm>
              <a:off x="2576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7" name="Google Shape;757;p30"/>
            <p:cNvCxnSpPr/>
            <p:nvPr/>
          </p:nvCxnSpPr>
          <p:spPr>
            <a:xfrm>
              <a:off x="2728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758" name="Google Shape;758;p30"/>
            <p:cNvCxnSpPr/>
            <p:nvPr/>
          </p:nvCxnSpPr>
          <p:spPr>
            <a:xfrm>
              <a:off x="1738050" y="777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59" name="Google Shape;759;p30"/>
            <p:cNvCxnSpPr/>
            <p:nvPr/>
          </p:nvCxnSpPr>
          <p:spPr>
            <a:xfrm>
              <a:off x="1738050" y="930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30"/>
            <p:cNvCxnSpPr/>
            <p:nvPr/>
          </p:nvCxnSpPr>
          <p:spPr>
            <a:xfrm>
              <a:off x="1738050" y="1082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1" name="Google Shape;761;p30"/>
            <p:cNvCxnSpPr/>
            <p:nvPr/>
          </p:nvCxnSpPr>
          <p:spPr>
            <a:xfrm>
              <a:off x="1738050" y="1235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2" name="Google Shape;762;p30"/>
            <p:cNvCxnSpPr/>
            <p:nvPr/>
          </p:nvCxnSpPr>
          <p:spPr>
            <a:xfrm>
              <a:off x="1738050" y="1387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30"/>
            <p:cNvCxnSpPr/>
            <p:nvPr/>
          </p:nvCxnSpPr>
          <p:spPr>
            <a:xfrm>
              <a:off x="1738050" y="1539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30"/>
            <p:cNvCxnSpPr/>
            <p:nvPr/>
          </p:nvCxnSpPr>
          <p:spPr>
            <a:xfrm>
              <a:off x="1738050" y="1692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30"/>
            <p:cNvCxnSpPr/>
            <p:nvPr/>
          </p:nvCxnSpPr>
          <p:spPr>
            <a:xfrm>
              <a:off x="1738050" y="1844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30"/>
            <p:cNvCxnSpPr/>
            <p:nvPr/>
          </p:nvCxnSpPr>
          <p:spPr>
            <a:xfrm>
              <a:off x="1738050" y="1997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30"/>
            <p:cNvCxnSpPr/>
            <p:nvPr/>
          </p:nvCxnSpPr>
          <p:spPr>
            <a:xfrm>
              <a:off x="1738050" y="2149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30"/>
            <p:cNvCxnSpPr/>
            <p:nvPr/>
          </p:nvCxnSpPr>
          <p:spPr>
            <a:xfrm>
              <a:off x="1738050" y="2301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30"/>
            <p:cNvCxnSpPr/>
            <p:nvPr/>
          </p:nvCxnSpPr>
          <p:spPr>
            <a:xfrm>
              <a:off x="1738050" y="2454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70" name="Google Shape;770;p30"/>
            <p:cNvCxnSpPr/>
            <p:nvPr/>
          </p:nvCxnSpPr>
          <p:spPr>
            <a:xfrm>
              <a:off x="1738050" y="2606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771" name="Google Shape;771;p30"/>
            <p:cNvCxnSpPr/>
            <p:nvPr/>
          </p:nvCxnSpPr>
          <p:spPr>
            <a:xfrm>
              <a:off x="1738050" y="2759184"/>
              <a:ext cx="0" cy="1994400"/>
            </a:xfrm>
            <a:prstGeom prst="straightConnector1">
              <a:avLst/>
            </a:prstGeom>
            <a:noFill/>
            <a:ln cap="flat" cmpd="sng" w="9525">
              <a:solidFill>
                <a:schemeClr val="dk2"/>
              </a:solidFill>
              <a:prstDash val="solid"/>
              <a:round/>
              <a:headEnd len="med" w="med" type="none"/>
              <a:tailEnd len="med" w="med" type="none"/>
            </a:ln>
          </p:spPr>
        </p:cxnSp>
      </p:grpSp>
      <p:grpSp>
        <p:nvGrpSpPr>
          <p:cNvPr id="772" name="Google Shape;772;p30"/>
          <p:cNvGrpSpPr/>
          <p:nvPr/>
        </p:nvGrpSpPr>
        <p:grpSpPr>
          <a:xfrm>
            <a:off x="-402525" y="-458125"/>
            <a:ext cx="697200" cy="697200"/>
            <a:chOff x="2645475" y="456275"/>
            <a:chExt cx="697200" cy="697200"/>
          </a:xfrm>
        </p:grpSpPr>
        <p:sp>
          <p:nvSpPr>
            <p:cNvPr id="773" name="Google Shape;773;p30"/>
            <p:cNvSpPr/>
            <p:nvPr/>
          </p:nvSpPr>
          <p:spPr>
            <a:xfrm>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74" name="Google Shape;774;p30"/>
            <p:cNvSpPr/>
            <p:nvPr/>
          </p:nvSpPr>
          <p:spPr>
            <a:xfrm rot="-5400000">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75" name="Google Shape;775;p30"/>
            <p:cNvSpPr/>
            <p:nvPr/>
          </p:nvSpPr>
          <p:spPr>
            <a:xfrm rot="-2700000">
              <a:off x="2977290" y="456299"/>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76" name="Google Shape;776;p30"/>
            <p:cNvSpPr/>
            <p:nvPr/>
          </p:nvSpPr>
          <p:spPr>
            <a:xfrm rot="-8100000">
              <a:off x="2977349" y="456394"/>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77" name="Google Shape;777;p30"/>
            <p:cNvSpPr/>
            <p:nvPr/>
          </p:nvSpPr>
          <p:spPr>
            <a:xfrm rot="-1387885">
              <a:off x="2977170" y="456436"/>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78" name="Google Shape;778;p30"/>
            <p:cNvSpPr/>
            <p:nvPr/>
          </p:nvSpPr>
          <p:spPr>
            <a:xfrm rot="-6787885">
              <a:off x="2977359" y="456451"/>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79" name="Google Shape;779;p30"/>
            <p:cNvSpPr/>
            <p:nvPr/>
          </p:nvSpPr>
          <p:spPr>
            <a:xfrm rot="-4109047">
              <a:off x="2977190" y="456337"/>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80" name="Google Shape;780;p30"/>
            <p:cNvSpPr/>
            <p:nvPr/>
          </p:nvSpPr>
          <p:spPr>
            <a:xfrm rot="-9509047">
              <a:off x="2977270" y="456558"/>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n image and 4 bullets">
  <p:cSld name="CUSTOM_14">
    <p:bg>
      <p:bgPr>
        <a:solidFill>
          <a:schemeClr val="accent5"/>
        </a:solidFill>
      </p:bgPr>
    </p:bg>
    <p:spTree>
      <p:nvGrpSpPr>
        <p:cNvPr id="781" name="Shape 781"/>
        <p:cNvGrpSpPr/>
        <p:nvPr/>
      </p:nvGrpSpPr>
      <p:grpSpPr>
        <a:xfrm>
          <a:off x="0" y="0"/>
          <a:ext cx="0" cy="0"/>
          <a:chOff x="0" y="0"/>
          <a:chExt cx="0" cy="0"/>
        </a:xfrm>
      </p:grpSpPr>
      <p:sp>
        <p:nvSpPr>
          <p:cNvPr id="782" name="Google Shape;782;p31"/>
          <p:cNvSpPr txBox="1"/>
          <p:nvPr>
            <p:ph type="title"/>
          </p:nvPr>
        </p:nvSpPr>
        <p:spPr>
          <a:xfrm>
            <a:off x="3668250" y="216425"/>
            <a:ext cx="51639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83" name="Google Shape;783;p31"/>
          <p:cNvSpPr/>
          <p:nvPr/>
        </p:nvSpPr>
        <p:spPr>
          <a:xfrm>
            <a:off x="3668250" y="865325"/>
            <a:ext cx="5023800" cy="92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784" name="Google Shape;784;p31"/>
          <p:cNvSpPr/>
          <p:nvPr/>
        </p:nvSpPr>
        <p:spPr>
          <a:xfrm>
            <a:off x="0" y="0"/>
            <a:ext cx="1903500" cy="51435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85" name="Google Shape;785;p31"/>
          <p:cNvSpPr/>
          <p:nvPr/>
        </p:nvSpPr>
        <p:spPr>
          <a:xfrm>
            <a:off x="406572" y="760525"/>
            <a:ext cx="2599200" cy="3709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86" name="Google Shape;786;p31"/>
          <p:cNvSpPr/>
          <p:nvPr>
            <p:ph idx="2" type="pic"/>
          </p:nvPr>
        </p:nvSpPr>
        <p:spPr>
          <a:xfrm>
            <a:off x="406575" y="673775"/>
            <a:ext cx="2513400" cy="3709200"/>
          </a:xfrm>
          <a:prstGeom prst="rect">
            <a:avLst/>
          </a:prstGeom>
          <a:noFill/>
          <a:ln cap="flat" cmpd="sng" w="19050">
            <a:solidFill>
              <a:srgbClr val="000000"/>
            </a:solidFill>
            <a:prstDash val="solid"/>
            <a:round/>
            <a:headEnd len="sm" w="sm" type="none"/>
            <a:tailEnd len="sm" w="sm" type="none"/>
          </a:ln>
        </p:spPr>
      </p:sp>
      <p:sp>
        <p:nvSpPr>
          <p:cNvPr id="787" name="Google Shape;787;p31"/>
          <p:cNvSpPr txBox="1"/>
          <p:nvPr>
            <p:ph idx="1" type="body"/>
          </p:nvPr>
        </p:nvSpPr>
        <p:spPr>
          <a:xfrm>
            <a:off x="4254850" y="994325"/>
            <a:ext cx="4297800" cy="6900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88" name="Google Shape;788;p31"/>
          <p:cNvSpPr/>
          <p:nvPr/>
        </p:nvSpPr>
        <p:spPr>
          <a:xfrm>
            <a:off x="3845750" y="1190525"/>
            <a:ext cx="321000" cy="297600"/>
          </a:xfrm>
          <a:prstGeom prst="star8">
            <a:avLst>
              <a:gd fmla="val 301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89" name="Google Shape;789;p31"/>
          <p:cNvSpPr/>
          <p:nvPr/>
        </p:nvSpPr>
        <p:spPr>
          <a:xfrm>
            <a:off x="3668250" y="1903475"/>
            <a:ext cx="5023800" cy="92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790" name="Google Shape;790;p31"/>
          <p:cNvSpPr txBox="1"/>
          <p:nvPr>
            <p:ph idx="3" type="body"/>
          </p:nvPr>
        </p:nvSpPr>
        <p:spPr>
          <a:xfrm>
            <a:off x="4254850" y="2032475"/>
            <a:ext cx="4297800" cy="6900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91" name="Google Shape;791;p31"/>
          <p:cNvSpPr/>
          <p:nvPr/>
        </p:nvSpPr>
        <p:spPr>
          <a:xfrm>
            <a:off x="3845750" y="2228675"/>
            <a:ext cx="321000" cy="297600"/>
          </a:xfrm>
          <a:prstGeom prst="star8">
            <a:avLst>
              <a:gd fmla="val 301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92" name="Google Shape;792;p31"/>
          <p:cNvSpPr/>
          <p:nvPr/>
        </p:nvSpPr>
        <p:spPr>
          <a:xfrm>
            <a:off x="3668250" y="2941625"/>
            <a:ext cx="5023800" cy="92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793" name="Google Shape;793;p31"/>
          <p:cNvSpPr txBox="1"/>
          <p:nvPr>
            <p:ph idx="4" type="body"/>
          </p:nvPr>
        </p:nvSpPr>
        <p:spPr>
          <a:xfrm>
            <a:off x="4254850" y="3070625"/>
            <a:ext cx="4297800" cy="6900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94" name="Google Shape;794;p31"/>
          <p:cNvSpPr/>
          <p:nvPr/>
        </p:nvSpPr>
        <p:spPr>
          <a:xfrm>
            <a:off x="3845750" y="3266825"/>
            <a:ext cx="321000" cy="297600"/>
          </a:xfrm>
          <a:prstGeom prst="star8">
            <a:avLst>
              <a:gd fmla="val 301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795" name="Google Shape;795;p31"/>
          <p:cNvSpPr/>
          <p:nvPr/>
        </p:nvSpPr>
        <p:spPr>
          <a:xfrm>
            <a:off x="3668250" y="3979775"/>
            <a:ext cx="5023800" cy="92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796" name="Google Shape;796;p31"/>
          <p:cNvSpPr txBox="1"/>
          <p:nvPr>
            <p:ph idx="5" type="body"/>
          </p:nvPr>
        </p:nvSpPr>
        <p:spPr>
          <a:xfrm>
            <a:off x="4254850" y="4108775"/>
            <a:ext cx="4297800" cy="6900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97" name="Google Shape;797;p31"/>
          <p:cNvSpPr/>
          <p:nvPr/>
        </p:nvSpPr>
        <p:spPr>
          <a:xfrm>
            <a:off x="3845750" y="4304975"/>
            <a:ext cx="321000" cy="297600"/>
          </a:xfrm>
          <a:prstGeom prst="star8">
            <a:avLst>
              <a:gd fmla="val 301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columns-v3">
  <p:cSld name="CUSTOM_15">
    <p:spTree>
      <p:nvGrpSpPr>
        <p:cNvPr id="798" name="Shape 798"/>
        <p:cNvGrpSpPr/>
        <p:nvPr/>
      </p:nvGrpSpPr>
      <p:grpSpPr>
        <a:xfrm>
          <a:off x="0" y="0"/>
          <a:ext cx="0" cy="0"/>
          <a:chOff x="0" y="0"/>
          <a:chExt cx="0" cy="0"/>
        </a:xfrm>
      </p:grpSpPr>
      <p:sp>
        <p:nvSpPr>
          <p:cNvPr id="799" name="Google Shape;799;p32"/>
          <p:cNvSpPr txBox="1"/>
          <p:nvPr>
            <p:ph type="title"/>
          </p:nvPr>
        </p:nvSpPr>
        <p:spPr>
          <a:xfrm>
            <a:off x="507325" y="445025"/>
            <a:ext cx="83250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00" name="Google Shape;800;p32"/>
          <p:cNvSpPr txBox="1"/>
          <p:nvPr>
            <p:ph idx="1" type="body"/>
          </p:nvPr>
        </p:nvSpPr>
        <p:spPr>
          <a:xfrm>
            <a:off x="596800" y="1992575"/>
            <a:ext cx="22761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01" name="Google Shape;801;p32"/>
          <p:cNvSpPr txBox="1"/>
          <p:nvPr>
            <p:ph idx="2" type="subTitle"/>
          </p:nvPr>
        </p:nvSpPr>
        <p:spPr>
          <a:xfrm>
            <a:off x="596800" y="1483550"/>
            <a:ext cx="2276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802" name="Google Shape;802;p32"/>
          <p:cNvGrpSpPr/>
          <p:nvPr/>
        </p:nvGrpSpPr>
        <p:grpSpPr>
          <a:xfrm>
            <a:off x="311690" y="1483526"/>
            <a:ext cx="195634" cy="195634"/>
            <a:chOff x="2645475" y="456275"/>
            <a:chExt cx="697200" cy="697200"/>
          </a:xfrm>
        </p:grpSpPr>
        <p:sp>
          <p:nvSpPr>
            <p:cNvPr id="803" name="Google Shape;803;p32"/>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04" name="Google Shape;804;p32"/>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05" name="Google Shape;805;p32"/>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06" name="Google Shape;806;p32"/>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07" name="Google Shape;807;p32"/>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08" name="Google Shape;808;p32"/>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09" name="Google Shape;809;p32"/>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10" name="Google Shape;810;p32"/>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811" name="Google Shape;811;p32"/>
          <p:cNvSpPr txBox="1"/>
          <p:nvPr>
            <p:ph idx="3" type="body"/>
          </p:nvPr>
        </p:nvSpPr>
        <p:spPr>
          <a:xfrm>
            <a:off x="6556200" y="1992600"/>
            <a:ext cx="22761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12" name="Google Shape;812;p32"/>
          <p:cNvSpPr txBox="1"/>
          <p:nvPr>
            <p:ph idx="4" type="subTitle"/>
          </p:nvPr>
        </p:nvSpPr>
        <p:spPr>
          <a:xfrm>
            <a:off x="6556200" y="1483575"/>
            <a:ext cx="2276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813" name="Google Shape;813;p32"/>
          <p:cNvGrpSpPr/>
          <p:nvPr/>
        </p:nvGrpSpPr>
        <p:grpSpPr>
          <a:xfrm>
            <a:off x="6271090" y="1483551"/>
            <a:ext cx="195634" cy="195634"/>
            <a:chOff x="2645475" y="456275"/>
            <a:chExt cx="697200" cy="697200"/>
          </a:xfrm>
        </p:grpSpPr>
        <p:sp>
          <p:nvSpPr>
            <p:cNvPr id="814" name="Google Shape;814;p32"/>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15" name="Google Shape;815;p32"/>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16" name="Google Shape;816;p32"/>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17" name="Google Shape;817;p32"/>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18" name="Google Shape;818;p32"/>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19" name="Google Shape;819;p32"/>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20" name="Google Shape;820;p32"/>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21" name="Google Shape;821;p32"/>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822" name="Google Shape;822;p32"/>
          <p:cNvSpPr txBox="1"/>
          <p:nvPr>
            <p:ph idx="5" type="body"/>
          </p:nvPr>
        </p:nvSpPr>
        <p:spPr>
          <a:xfrm>
            <a:off x="3525850" y="1992625"/>
            <a:ext cx="22761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23" name="Google Shape;823;p32"/>
          <p:cNvSpPr txBox="1"/>
          <p:nvPr>
            <p:ph idx="6" type="subTitle"/>
          </p:nvPr>
        </p:nvSpPr>
        <p:spPr>
          <a:xfrm>
            <a:off x="3525850" y="1483600"/>
            <a:ext cx="2276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824" name="Google Shape;824;p32"/>
          <p:cNvGrpSpPr/>
          <p:nvPr/>
        </p:nvGrpSpPr>
        <p:grpSpPr>
          <a:xfrm>
            <a:off x="3240740" y="1483576"/>
            <a:ext cx="195634" cy="195634"/>
            <a:chOff x="2645475" y="456275"/>
            <a:chExt cx="697200" cy="697200"/>
          </a:xfrm>
        </p:grpSpPr>
        <p:sp>
          <p:nvSpPr>
            <p:cNvPr id="825" name="Google Shape;825;p32"/>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26" name="Google Shape;826;p32"/>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27" name="Google Shape;827;p32"/>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28" name="Google Shape;828;p32"/>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29" name="Google Shape;829;p32"/>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30" name="Google Shape;830;p32"/>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31" name="Google Shape;831;p32"/>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32" name="Google Shape;832;p32"/>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833" name="Google Shape;833;p32"/>
          <p:cNvSpPr/>
          <p:nvPr/>
        </p:nvSpPr>
        <p:spPr>
          <a:xfrm rot="527322">
            <a:off x="8498746" y="-350619"/>
            <a:ext cx="1044565" cy="968065"/>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834" name="Google Shape;834;p32"/>
          <p:cNvGrpSpPr/>
          <p:nvPr/>
        </p:nvGrpSpPr>
        <p:grpSpPr>
          <a:xfrm>
            <a:off x="-256150" y="4679000"/>
            <a:ext cx="697200" cy="697200"/>
            <a:chOff x="2645475" y="456275"/>
            <a:chExt cx="697200" cy="697200"/>
          </a:xfrm>
        </p:grpSpPr>
        <p:sp>
          <p:nvSpPr>
            <p:cNvPr id="835" name="Google Shape;835;p32"/>
            <p:cNvSpPr/>
            <p:nvPr/>
          </p:nvSpPr>
          <p:spPr>
            <a:xfrm>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36" name="Google Shape;836;p32"/>
            <p:cNvSpPr/>
            <p:nvPr/>
          </p:nvSpPr>
          <p:spPr>
            <a:xfrm rot="-5400000">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37" name="Google Shape;837;p32"/>
            <p:cNvSpPr/>
            <p:nvPr/>
          </p:nvSpPr>
          <p:spPr>
            <a:xfrm rot="-2700000">
              <a:off x="2977290" y="456299"/>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38" name="Google Shape;838;p32"/>
            <p:cNvSpPr/>
            <p:nvPr/>
          </p:nvSpPr>
          <p:spPr>
            <a:xfrm rot="-8100000">
              <a:off x="2977349" y="456394"/>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39" name="Google Shape;839;p32"/>
            <p:cNvSpPr/>
            <p:nvPr/>
          </p:nvSpPr>
          <p:spPr>
            <a:xfrm rot="-1387885">
              <a:off x="2977170" y="456436"/>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40" name="Google Shape;840;p32"/>
            <p:cNvSpPr/>
            <p:nvPr/>
          </p:nvSpPr>
          <p:spPr>
            <a:xfrm rot="-6787885">
              <a:off x="2977359" y="456451"/>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41" name="Google Shape;841;p32"/>
            <p:cNvSpPr/>
            <p:nvPr/>
          </p:nvSpPr>
          <p:spPr>
            <a:xfrm rot="-4109047">
              <a:off x="2977190" y="456337"/>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42" name="Google Shape;842;p32"/>
            <p:cNvSpPr/>
            <p:nvPr/>
          </p:nvSpPr>
          <p:spPr>
            <a:xfrm rot="-9509047">
              <a:off x="2977270" y="456558"/>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columns-v3 1 Image">
  <p:cSld name="CUSTOM_15_3">
    <p:spTree>
      <p:nvGrpSpPr>
        <p:cNvPr id="843" name="Shape 843"/>
        <p:cNvGrpSpPr/>
        <p:nvPr/>
      </p:nvGrpSpPr>
      <p:grpSpPr>
        <a:xfrm>
          <a:off x="0" y="0"/>
          <a:ext cx="0" cy="0"/>
          <a:chOff x="0" y="0"/>
          <a:chExt cx="0" cy="0"/>
        </a:xfrm>
      </p:grpSpPr>
      <p:sp>
        <p:nvSpPr>
          <p:cNvPr id="844" name="Google Shape;844;p33"/>
          <p:cNvSpPr/>
          <p:nvPr/>
        </p:nvSpPr>
        <p:spPr>
          <a:xfrm>
            <a:off x="6564424" y="1488573"/>
            <a:ext cx="2321400" cy="1360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Sintony"/>
                <a:ea typeface="Sintony"/>
                <a:cs typeface="Sintony"/>
                <a:sym typeface="Sintony"/>
              </a:rPr>
              <a:t>HHHH</a:t>
            </a:r>
            <a:endParaRPr>
              <a:latin typeface="Sintony"/>
              <a:ea typeface="Sintony"/>
              <a:cs typeface="Sintony"/>
              <a:sym typeface="Sintony"/>
            </a:endParaRPr>
          </a:p>
        </p:txBody>
      </p:sp>
      <p:sp>
        <p:nvSpPr>
          <p:cNvPr id="845" name="Google Shape;845;p33"/>
          <p:cNvSpPr/>
          <p:nvPr/>
        </p:nvSpPr>
        <p:spPr>
          <a:xfrm>
            <a:off x="3536071" y="1483525"/>
            <a:ext cx="2321400" cy="13683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Sintony"/>
                <a:ea typeface="Sintony"/>
                <a:cs typeface="Sintony"/>
                <a:sym typeface="Sintony"/>
              </a:rPr>
              <a:t>“</a:t>
            </a:r>
            <a:endParaRPr>
              <a:latin typeface="Sintony"/>
              <a:ea typeface="Sintony"/>
              <a:cs typeface="Sintony"/>
              <a:sym typeface="Sintony"/>
            </a:endParaRPr>
          </a:p>
        </p:txBody>
      </p:sp>
      <p:sp>
        <p:nvSpPr>
          <p:cNvPr id="846" name="Google Shape;846;p33"/>
          <p:cNvSpPr/>
          <p:nvPr/>
        </p:nvSpPr>
        <p:spPr>
          <a:xfrm>
            <a:off x="590574" y="1488573"/>
            <a:ext cx="2321400" cy="13683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47" name="Google Shape;847;p33"/>
          <p:cNvSpPr txBox="1"/>
          <p:nvPr>
            <p:ph type="title"/>
          </p:nvPr>
        </p:nvSpPr>
        <p:spPr>
          <a:xfrm>
            <a:off x="580475" y="445025"/>
            <a:ext cx="82518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48" name="Google Shape;848;p33"/>
          <p:cNvSpPr txBox="1"/>
          <p:nvPr>
            <p:ph idx="1" type="body"/>
          </p:nvPr>
        </p:nvSpPr>
        <p:spPr>
          <a:xfrm>
            <a:off x="580475" y="3466275"/>
            <a:ext cx="2276100" cy="11673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49" name="Google Shape;849;p33"/>
          <p:cNvSpPr txBox="1"/>
          <p:nvPr>
            <p:ph idx="2" type="subTitle"/>
          </p:nvPr>
        </p:nvSpPr>
        <p:spPr>
          <a:xfrm>
            <a:off x="580475" y="2957250"/>
            <a:ext cx="2276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850" name="Google Shape;850;p33"/>
          <p:cNvGrpSpPr/>
          <p:nvPr/>
        </p:nvGrpSpPr>
        <p:grpSpPr>
          <a:xfrm>
            <a:off x="311690" y="1483526"/>
            <a:ext cx="195634" cy="195634"/>
            <a:chOff x="2645475" y="456275"/>
            <a:chExt cx="697200" cy="697200"/>
          </a:xfrm>
        </p:grpSpPr>
        <p:sp>
          <p:nvSpPr>
            <p:cNvPr id="851" name="Google Shape;851;p33"/>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52" name="Google Shape;852;p33"/>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53" name="Google Shape;853;p33"/>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54" name="Google Shape;854;p33"/>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55" name="Google Shape;855;p33"/>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56" name="Google Shape;856;p33"/>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57" name="Google Shape;857;p33"/>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58" name="Google Shape;858;p33"/>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859" name="Google Shape;859;p33"/>
          <p:cNvSpPr txBox="1"/>
          <p:nvPr>
            <p:ph idx="3" type="body"/>
          </p:nvPr>
        </p:nvSpPr>
        <p:spPr>
          <a:xfrm>
            <a:off x="6548100" y="3466290"/>
            <a:ext cx="2276100" cy="11673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60" name="Google Shape;860;p33"/>
          <p:cNvSpPr txBox="1"/>
          <p:nvPr>
            <p:ph idx="4" type="subTitle"/>
          </p:nvPr>
        </p:nvSpPr>
        <p:spPr>
          <a:xfrm>
            <a:off x="6548100" y="2957275"/>
            <a:ext cx="2276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861" name="Google Shape;861;p33"/>
          <p:cNvGrpSpPr/>
          <p:nvPr/>
        </p:nvGrpSpPr>
        <p:grpSpPr>
          <a:xfrm>
            <a:off x="6271090" y="1483551"/>
            <a:ext cx="195634" cy="195634"/>
            <a:chOff x="2645475" y="456275"/>
            <a:chExt cx="697200" cy="697200"/>
          </a:xfrm>
        </p:grpSpPr>
        <p:sp>
          <p:nvSpPr>
            <p:cNvPr id="862" name="Google Shape;862;p33"/>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63" name="Google Shape;863;p33"/>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64" name="Google Shape;864;p33"/>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65" name="Google Shape;865;p33"/>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66" name="Google Shape;866;p33"/>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67" name="Google Shape;867;p33"/>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68" name="Google Shape;868;p33"/>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69" name="Google Shape;869;p33"/>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870" name="Google Shape;870;p33"/>
          <p:cNvSpPr txBox="1"/>
          <p:nvPr>
            <p:ph idx="5" type="body"/>
          </p:nvPr>
        </p:nvSpPr>
        <p:spPr>
          <a:xfrm>
            <a:off x="3517750" y="3466304"/>
            <a:ext cx="2276100" cy="11673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71" name="Google Shape;871;p33"/>
          <p:cNvSpPr txBox="1"/>
          <p:nvPr>
            <p:ph idx="6" type="subTitle"/>
          </p:nvPr>
        </p:nvSpPr>
        <p:spPr>
          <a:xfrm>
            <a:off x="3517750" y="2957300"/>
            <a:ext cx="2276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872" name="Google Shape;872;p33"/>
          <p:cNvGrpSpPr/>
          <p:nvPr/>
        </p:nvGrpSpPr>
        <p:grpSpPr>
          <a:xfrm>
            <a:off x="3240740" y="1483576"/>
            <a:ext cx="195634" cy="195634"/>
            <a:chOff x="2645475" y="456275"/>
            <a:chExt cx="697200" cy="697200"/>
          </a:xfrm>
        </p:grpSpPr>
        <p:sp>
          <p:nvSpPr>
            <p:cNvPr id="873" name="Google Shape;873;p33"/>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74" name="Google Shape;874;p33"/>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75" name="Google Shape;875;p33"/>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76" name="Google Shape;876;p33"/>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77" name="Google Shape;877;p33"/>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78" name="Google Shape;878;p33"/>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79" name="Google Shape;879;p33"/>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80" name="Google Shape;880;p33"/>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881" name="Google Shape;881;p33"/>
          <p:cNvSpPr/>
          <p:nvPr/>
        </p:nvSpPr>
        <p:spPr>
          <a:xfrm rot="527322">
            <a:off x="8498746" y="-350619"/>
            <a:ext cx="1044565" cy="968065"/>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882" name="Google Shape;882;p33"/>
          <p:cNvGrpSpPr/>
          <p:nvPr/>
        </p:nvGrpSpPr>
        <p:grpSpPr>
          <a:xfrm>
            <a:off x="-256150" y="4679000"/>
            <a:ext cx="697200" cy="697200"/>
            <a:chOff x="2645475" y="456275"/>
            <a:chExt cx="697200" cy="697200"/>
          </a:xfrm>
        </p:grpSpPr>
        <p:sp>
          <p:nvSpPr>
            <p:cNvPr id="883" name="Google Shape;883;p33"/>
            <p:cNvSpPr/>
            <p:nvPr/>
          </p:nvSpPr>
          <p:spPr>
            <a:xfrm>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84" name="Google Shape;884;p33"/>
            <p:cNvSpPr/>
            <p:nvPr/>
          </p:nvSpPr>
          <p:spPr>
            <a:xfrm rot="-5400000">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85" name="Google Shape;885;p33"/>
            <p:cNvSpPr/>
            <p:nvPr/>
          </p:nvSpPr>
          <p:spPr>
            <a:xfrm rot="-2700000">
              <a:off x="2977290" y="456299"/>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86" name="Google Shape;886;p33"/>
            <p:cNvSpPr/>
            <p:nvPr/>
          </p:nvSpPr>
          <p:spPr>
            <a:xfrm rot="-8100000">
              <a:off x="2977349" y="456394"/>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87" name="Google Shape;887;p33"/>
            <p:cNvSpPr/>
            <p:nvPr/>
          </p:nvSpPr>
          <p:spPr>
            <a:xfrm rot="-1387885">
              <a:off x="2977170" y="456436"/>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88" name="Google Shape;888;p33"/>
            <p:cNvSpPr/>
            <p:nvPr/>
          </p:nvSpPr>
          <p:spPr>
            <a:xfrm rot="-6787885">
              <a:off x="2977359" y="456451"/>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89" name="Google Shape;889;p33"/>
            <p:cNvSpPr/>
            <p:nvPr/>
          </p:nvSpPr>
          <p:spPr>
            <a:xfrm rot="-4109047">
              <a:off x="2977190" y="456337"/>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90" name="Google Shape;890;p33"/>
            <p:cNvSpPr/>
            <p:nvPr/>
          </p:nvSpPr>
          <p:spPr>
            <a:xfrm rot="-9509047">
              <a:off x="2977270" y="456558"/>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891" name="Google Shape;891;p33"/>
          <p:cNvSpPr/>
          <p:nvPr>
            <p:ph idx="7" type="pic"/>
          </p:nvPr>
        </p:nvSpPr>
        <p:spPr>
          <a:xfrm>
            <a:off x="580475" y="1484000"/>
            <a:ext cx="2292300" cy="1308600"/>
          </a:xfrm>
          <a:prstGeom prst="rect">
            <a:avLst/>
          </a:prstGeom>
          <a:noFill/>
          <a:ln cap="flat" cmpd="sng" w="19050">
            <a:solidFill>
              <a:srgbClr val="000000"/>
            </a:solidFill>
            <a:prstDash val="solid"/>
            <a:round/>
            <a:headEnd len="sm" w="sm" type="none"/>
            <a:tailEnd len="sm" w="sm" type="none"/>
          </a:ln>
        </p:spPr>
      </p:sp>
      <p:sp>
        <p:nvSpPr>
          <p:cNvPr id="892" name="Google Shape;892;p33"/>
          <p:cNvSpPr/>
          <p:nvPr>
            <p:ph idx="8" type="pic"/>
          </p:nvPr>
        </p:nvSpPr>
        <p:spPr>
          <a:xfrm>
            <a:off x="3517750" y="1484000"/>
            <a:ext cx="2292300" cy="1308600"/>
          </a:xfrm>
          <a:prstGeom prst="rect">
            <a:avLst/>
          </a:prstGeom>
          <a:noFill/>
          <a:ln cap="flat" cmpd="sng" w="19050">
            <a:solidFill>
              <a:schemeClr val="dk1"/>
            </a:solidFill>
            <a:prstDash val="solid"/>
            <a:round/>
            <a:headEnd len="sm" w="sm" type="none"/>
            <a:tailEnd len="sm" w="sm" type="none"/>
          </a:ln>
        </p:spPr>
      </p:sp>
      <p:sp>
        <p:nvSpPr>
          <p:cNvPr id="893" name="Google Shape;893;p33"/>
          <p:cNvSpPr/>
          <p:nvPr>
            <p:ph idx="9" type="pic"/>
          </p:nvPr>
        </p:nvSpPr>
        <p:spPr>
          <a:xfrm>
            <a:off x="6548100" y="1484000"/>
            <a:ext cx="2292300" cy="1308600"/>
          </a:xfrm>
          <a:prstGeom prst="rect">
            <a:avLst/>
          </a:prstGeom>
          <a:noFill/>
          <a:ln cap="flat" cmpd="sng" w="19050">
            <a:solidFill>
              <a:schemeClr val="dk1"/>
            </a:solidFill>
            <a:prstDash val="solid"/>
            <a:round/>
            <a:headEnd len="sm" w="sm" type="none"/>
            <a:tailEnd len="sm" w="sm" type="none"/>
          </a:ln>
        </p:spPr>
      </p:sp>
    </p:spTree>
  </p:cSld>
  <p:clrMapOvr>
    <a:masterClrMapping/>
  </p:clrMapOvr>
  <p:extLst>
    <p:ext uri="{DCECCB84-F9BA-43D5-87BE-67443E8EF086}">
      <p15:sldGuideLst>
        <p15:guide id="1" pos="366">
          <p15:clr>
            <a:srgbClr val="E46962"/>
          </p15:clr>
        </p15:guide>
        <p15:guide id="2" orient="horz" pos="1800">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columns-v2">
  <p:cSld name="CUSTOM_15_2">
    <p:spTree>
      <p:nvGrpSpPr>
        <p:cNvPr id="894" name="Shape 894"/>
        <p:cNvGrpSpPr/>
        <p:nvPr/>
      </p:nvGrpSpPr>
      <p:grpSpPr>
        <a:xfrm>
          <a:off x="0" y="0"/>
          <a:ext cx="0" cy="0"/>
          <a:chOff x="0" y="0"/>
          <a:chExt cx="0" cy="0"/>
        </a:xfrm>
      </p:grpSpPr>
      <p:sp>
        <p:nvSpPr>
          <p:cNvPr id="895" name="Google Shape;895;p34"/>
          <p:cNvSpPr/>
          <p:nvPr/>
        </p:nvSpPr>
        <p:spPr>
          <a:xfrm>
            <a:off x="-63500" y="1324200"/>
            <a:ext cx="9257400" cy="3819300"/>
          </a:xfrm>
          <a:prstGeom prst="rect">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896" name="Google Shape;896;p3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97" name="Google Shape;897;p34"/>
          <p:cNvSpPr txBox="1"/>
          <p:nvPr>
            <p:ph idx="1" type="body"/>
          </p:nvPr>
        </p:nvSpPr>
        <p:spPr>
          <a:xfrm>
            <a:off x="311800" y="2144950"/>
            <a:ext cx="25611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98" name="Google Shape;898;p34"/>
          <p:cNvSpPr txBox="1"/>
          <p:nvPr>
            <p:ph idx="2" type="subTitle"/>
          </p:nvPr>
        </p:nvSpPr>
        <p:spPr>
          <a:xfrm>
            <a:off x="311700" y="1635925"/>
            <a:ext cx="2561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899" name="Google Shape;899;p34"/>
          <p:cNvSpPr txBox="1"/>
          <p:nvPr>
            <p:ph idx="3" type="body"/>
          </p:nvPr>
        </p:nvSpPr>
        <p:spPr>
          <a:xfrm>
            <a:off x="6271200" y="2144975"/>
            <a:ext cx="25611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0" name="Google Shape;900;p34"/>
          <p:cNvSpPr txBox="1"/>
          <p:nvPr>
            <p:ph idx="4" type="subTitle"/>
          </p:nvPr>
        </p:nvSpPr>
        <p:spPr>
          <a:xfrm>
            <a:off x="6271200" y="1635950"/>
            <a:ext cx="2561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901" name="Google Shape;901;p34"/>
          <p:cNvSpPr txBox="1"/>
          <p:nvPr>
            <p:ph idx="5" type="body"/>
          </p:nvPr>
        </p:nvSpPr>
        <p:spPr>
          <a:xfrm>
            <a:off x="3240850" y="2145000"/>
            <a:ext cx="2561100" cy="1992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2" name="Google Shape;902;p34"/>
          <p:cNvSpPr txBox="1"/>
          <p:nvPr>
            <p:ph idx="6" type="subTitle"/>
          </p:nvPr>
        </p:nvSpPr>
        <p:spPr>
          <a:xfrm>
            <a:off x="3240850" y="1635975"/>
            <a:ext cx="25611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903" name="Google Shape;903;p34"/>
          <p:cNvSpPr/>
          <p:nvPr/>
        </p:nvSpPr>
        <p:spPr>
          <a:xfrm>
            <a:off x="6427350" y="-534325"/>
            <a:ext cx="752400" cy="697200"/>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904" name="Google Shape;904;p34"/>
          <p:cNvGrpSpPr/>
          <p:nvPr/>
        </p:nvGrpSpPr>
        <p:grpSpPr>
          <a:xfrm>
            <a:off x="3096650" y="4755200"/>
            <a:ext cx="697200" cy="697200"/>
            <a:chOff x="2645475" y="456275"/>
            <a:chExt cx="697200" cy="697200"/>
          </a:xfrm>
        </p:grpSpPr>
        <p:sp>
          <p:nvSpPr>
            <p:cNvPr id="905" name="Google Shape;905;p34"/>
            <p:cNvSpPr/>
            <p:nvPr/>
          </p:nvSpPr>
          <p:spPr>
            <a:xfrm>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06" name="Google Shape;906;p34"/>
            <p:cNvSpPr/>
            <p:nvPr/>
          </p:nvSpPr>
          <p:spPr>
            <a:xfrm rot="-5400000">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07" name="Google Shape;907;p34"/>
            <p:cNvSpPr/>
            <p:nvPr/>
          </p:nvSpPr>
          <p:spPr>
            <a:xfrm rot="-2700000">
              <a:off x="2977290" y="456299"/>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08" name="Google Shape;908;p34"/>
            <p:cNvSpPr/>
            <p:nvPr/>
          </p:nvSpPr>
          <p:spPr>
            <a:xfrm rot="-8100000">
              <a:off x="2977349" y="456394"/>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09" name="Google Shape;909;p34"/>
            <p:cNvSpPr/>
            <p:nvPr/>
          </p:nvSpPr>
          <p:spPr>
            <a:xfrm rot="-1387885">
              <a:off x="2977170" y="456436"/>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10" name="Google Shape;910;p34"/>
            <p:cNvSpPr/>
            <p:nvPr/>
          </p:nvSpPr>
          <p:spPr>
            <a:xfrm rot="-6787885">
              <a:off x="2977359" y="456451"/>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11" name="Google Shape;911;p34"/>
            <p:cNvSpPr/>
            <p:nvPr/>
          </p:nvSpPr>
          <p:spPr>
            <a:xfrm rot="-4109047">
              <a:off x="2977190" y="456337"/>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12" name="Google Shape;912;p34"/>
            <p:cNvSpPr/>
            <p:nvPr/>
          </p:nvSpPr>
          <p:spPr>
            <a:xfrm rot="-9509047">
              <a:off x="2977270" y="456558"/>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columns">
  <p:cSld name="CUSTOM_15_1">
    <p:bg>
      <p:bgPr>
        <a:solidFill>
          <a:schemeClr val="accent5"/>
        </a:solidFill>
      </p:bgPr>
    </p:bg>
    <p:spTree>
      <p:nvGrpSpPr>
        <p:cNvPr id="913" name="Shape 913"/>
        <p:cNvGrpSpPr/>
        <p:nvPr/>
      </p:nvGrpSpPr>
      <p:grpSpPr>
        <a:xfrm>
          <a:off x="0" y="0"/>
          <a:ext cx="0" cy="0"/>
          <a:chOff x="0" y="0"/>
          <a:chExt cx="0" cy="0"/>
        </a:xfrm>
      </p:grpSpPr>
      <p:grpSp>
        <p:nvGrpSpPr>
          <p:cNvPr id="914" name="Google Shape;914;p35"/>
          <p:cNvGrpSpPr/>
          <p:nvPr/>
        </p:nvGrpSpPr>
        <p:grpSpPr>
          <a:xfrm>
            <a:off x="2555458" y="1244308"/>
            <a:ext cx="3245117" cy="3245117"/>
            <a:chOff x="2645475" y="456275"/>
            <a:chExt cx="697200" cy="697200"/>
          </a:xfrm>
        </p:grpSpPr>
        <p:sp>
          <p:nvSpPr>
            <p:cNvPr id="915" name="Google Shape;915;p35"/>
            <p:cNvSpPr/>
            <p:nvPr/>
          </p:nvSpPr>
          <p:spPr>
            <a:xfrm>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16" name="Google Shape;916;p35"/>
            <p:cNvSpPr/>
            <p:nvPr/>
          </p:nvSpPr>
          <p:spPr>
            <a:xfrm rot="-5400000">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17" name="Google Shape;917;p35"/>
            <p:cNvSpPr/>
            <p:nvPr/>
          </p:nvSpPr>
          <p:spPr>
            <a:xfrm rot="-2700000">
              <a:off x="2977290" y="456299"/>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18" name="Google Shape;918;p35"/>
            <p:cNvSpPr/>
            <p:nvPr/>
          </p:nvSpPr>
          <p:spPr>
            <a:xfrm rot="-8100000">
              <a:off x="2977349" y="456394"/>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19" name="Google Shape;919;p35"/>
            <p:cNvSpPr/>
            <p:nvPr/>
          </p:nvSpPr>
          <p:spPr>
            <a:xfrm rot="-1387885">
              <a:off x="2977170" y="456436"/>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20" name="Google Shape;920;p35"/>
            <p:cNvSpPr/>
            <p:nvPr/>
          </p:nvSpPr>
          <p:spPr>
            <a:xfrm rot="-6787885">
              <a:off x="2977359" y="456451"/>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21" name="Google Shape;921;p35"/>
            <p:cNvSpPr/>
            <p:nvPr/>
          </p:nvSpPr>
          <p:spPr>
            <a:xfrm rot="-4109047">
              <a:off x="2977190" y="456337"/>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22" name="Google Shape;922;p35"/>
            <p:cNvSpPr/>
            <p:nvPr/>
          </p:nvSpPr>
          <p:spPr>
            <a:xfrm rot="-9509047">
              <a:off x="2977270" y="456558"/>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923" name="Google Shape;923;p3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924" name="Google Shape;924;p35"/>
          <p:cNvSpPr txBox="1"/>
          <p:nvPr>
            <p:ph idx="1" type="body"/>
          </p:nvPr>
        </p:nvSpPr>
        <p:spPr>
          <a:xfrm>
            <a:off x="3847377" y="1483550"/>
            <a:ext cx="4984800" cy="828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25" name="Google Shape;925;p35"/>
          <p:cNvSpPr txBox="1"/>
          <p:nvPr>
            <p:ph idx="2" type="subTitle"/>
          </p:nvPr>
        </p:nvSpPr>
        <p:spPr>
          <a:xfrm>
            <a:off x="311696" y="1483550"/>
            <a:ext cx="30210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926" name="Google Shape;926;p35"/>
          <p:cNvSpPr txBox="1"/>
          <p:nvPr>
            <p:ph idx="3" type="body"/>
          </p:nvPr>
        </p:nvSpPr>
        <p:spPr>
          <a:xfrm>
            <a:off x="3847350" y="3947500"/>
            <a:ext cx="4984800" cy="828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27" name="Google Shape;927;p35"/>
          <p:cNvSpPr txBox="1"/>
          <p:nvPr>
            <p:ph idx="4" type="subTitle"/>
          </p:nvPr>
        </p:nvSpPr>
        <p:spPr>
          <a:xfrm>
            <a:off x="311675" y="3947500"/>
            <a:ext cx="30210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sp>
        <p:nvSpPr>
          <p:cNvPr id="928" name="Google Shape;928;p35"/>
          <p:cNvSpPr txBox="1"/>
          <p:nvPr>
            <p:ph idx="5" type="body"/>
          </p:nvPr>
        </p:nvSpPr>
        <p:spPr>
          <a:xfrm>
            <a:off x="3847350" y="2756877"/>
            <a:ext cx="4984800" cy="8280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29" name="Google Shape;929;p35"/>
          <p:cNvSpPr txBox="1"/>
          <p:nvPr>
            <p:ph idx="6" type="subTitle"/>
          </p:nvPr>
        </p:nvSpPr>
        <p:spPr>
          <a:xfrm>
            <a:off x="311675" y="2756877"/>
            <a:ext cx="30210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400"/>
              <a:buNone/>
              <a:defRPr sz="1400">
                <a:solidFill>
                  <a:schemeClr val="accent4"/>
                </a:solidFill>
              </a:defRPr>
            </a:lvl1pPr>
            <a:lvl2pPr lvl="1">
              <a:spcBef>
                <a:spcPts val="0"/>
              </a:spcBef>
              <a:spcAft>
                <a:spcPts val="0"/>
              </a:spcAft>
              <a:buClr>
                <a:schemeClr val="lt1"/>
              </a:buClr>
              <a:buSzPts val="1400"/>
              <a:buNone/>
              <a:defRPr sz="1400">
                <a:solidFill>
                  <a:schemeClr val="lt1"/>
                </a:solidFill>
              </a:defRPr>
            </a:lvl2pPr>
            <a:lvl3pPr lvl="2">
              <a:spcBef>
                <a:spcPts val="0"/>
              </a:spcBef>
              <a:spcAft>
                <a:spcPts val="0"/>
              </a:spcAft>
              <a:buClr>
                <a:schemeClr val="lt1"/>
              </a:buClr>
              <a:buSzPts val="1400"/>
              <a:buNone/>
              <a:defRPr sz="1400">
                <a:solidFill>
                  <a:schemeClr val="lt1"/>
                </a:solidFill>
              </a:defRPr>
            </a:lvl3pPr>
            <a:lvl4pPr lvl="3">
              <a:spcBef>
                <a:spcPts val="0"/>
              </a:spcBef>
              <a:spcAft>
                <a:spcPts val="0"/>
              </a:spcAft>
              <a:buClr>
                <a:schemeClr val="lt1"/>
              </a:buClr>
              <a:buSzPts val="1400"/>
              <a:buNone/>
              <a:defRPr sz="1400">
                <a:solidFill>
                  <a:schemeClr val="lt1"/>
                </a:solidFill>
              </a:defRPr>
            </a:lvl4pPr>
            <a:lvl5pPr lvl="4">
              <a:spcBef>
                <a:spcPts val="0"/>
              </a:spcBef>
              <a:spcAft>
                <a:spcPts val="0"/>
              </a:spcAft>
              <a:buClr>
                <a:schemeClr val="lt1"/>
              </a:buClr>
              <a:buSzPts val="1400"/>
              <a:buNone/>
              <a:defRPr sz="1400">
                <a:solidFill>
                  <a:schemeClr val="lt1"/>
                </a:solidFill>
              </a:defRPr>
            </a:lvl5pPr>
            <a:lvl6pPr lvl="5">
              <a:spcBef>
                <a:spcPts val="0"/>
              </a:spcBef>
              <a:spcAft>
                <a:spcPts val="0"/>
              </a:spcAft>
              <a:buClr>
                <a:schemeClr val="lt1"/>
              </a:buClr>
              <a:buSzPts val="1400"/>
              <a:buNone/>
              <a:defRPr sz="1400">
                <a:solidFill>
                  <a:schemeClr val="lt1"/>
                </a:solidFill>
              </a:defRPr>
            </a:lvl6pPr>
            <a:lvl7pPr lvl="6">
              <a:spcBef>
                <a:spcPts val="0"/>
              </a:spcBef>
              <a:spcAft>
                <a:spcPts val="0"/>
              </a:spcAft>
              <a:buClr>
                <a:schemeClr val="lt1"/>
              </a:buClr>
              <a:buSzPts val="1400"/>
              <a:buNone/>
              <a:defRPr sz="1400">
                <a:solidFill>
                  <a:schemeClr val="lt1"/>
                </a:solidFill>
              </a:defRPr>
            </a:lvl7pPr>
            <a:lvl8pPr lvl="7">
              <a:spcBef>
                <a:spcPts val="0"/>
              </a:spcBef>
              <a:spcAft>
                <a:spcPts val="0"/>
              </a:spcAft>
              <a:buClr>
                <a:schemeClr val="lt1"/>
              </a:buClr>
              <a:buSzPts val="1400"/>
              <a:buNone/>
              <a:defRPr sz="1400">
                <a:solidFill>
                  <a:schemeClr val="lt1"/>
                </a:solidFill>
              </a:defRPr>
            </a:lvl8pPr>
            <a:lvl9pPr lvl="8">
              <a:spcBef>
                <a:spcPts val="0"/>
              </a:spcBef>
              <a:spcAft>
                <a:spcPts val="0"/>
              </a:spcAft>
              <a:buClr>
                <a:schemeClr val="lt1"/>
              </a:buClr>
              <a:buSzPts val="1400"/>
              <a:buNone/>
              <a:defRPr sz="1400">
                <a:solidFill>
                  <a:schemeClr val="lt1"/>
                </a:solidFill>
              </a:defRPr>
            </a:lvl9pPr>
          </a:lstStyle>
          <a:p/>
        </p:txBody>
      </p:sp>
      <p:grpSp>
        <p:nvGrpSpPr>
          <p:cNvPr id="930" name="Google Shape;930;p35"/>
          <p:cNvGrpSpPr/>
          <p:nvPr/>
        </p:nvGrpSpPr>
        <p:grpSpPr>
          <a:xfrm>
            <a:off x="7984200" y="-942966"/>
            <a:ext cx="1994400" cy="1981200"/>
            <a:chOff x="740850" y="1775184"/>
            <a:chExt cx="1994400" cy="1981200"/>
          </a:xfrm>
        </p:grpSpPr>
        <p:cxnSp>
          <p:nvCxnSpPr>
            <p:cNvPr id="931" name="Google Shape;931;p35"/>
            <p:cNvCxnSpPr/>
            <p:nvPr/>
          </p:nvCxnSpPr>
          <p:spPr>
            <a:xfrm>
              <a:off x="7474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32" name="Google Shape;932;p35"/>
            <p:cNvCxnSpPr/>
            <p:nvPr/>
          </p:nvCxnSpPr>
          <p:spPr>
            <a:xfrm>
              <a:off x="8998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33" name="Google Shape;933;p35"/>
            <p:cNvCxnSpPr/>
            <p:nvPr/>
          </p:nvCxnSpPr>
          <p:spPr>
            <a:xfrm>
              <a:off x="10522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34" name="Google Shape;934;p35"/>
            <p:cNvCxnSpPr/>
            <p:nvPr/>
          </p:nvCxnSpPr>
          <p:spPr>
            <a:xfrm>
              <a:off x="12046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35" name="Google Shape;935;p35"/>
            <p:cNvCxnSpPr/>
            <p:nvPr/>
          </p:nvCxnSpPr>
          <p:spPr>
            <a:xfrm>
              <a:off x="13570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36" name="Google Shape;936;p35"/>
            <p:cNvCxnSpPr/>
            <p:nvPr/>
          </p:nvCxnSpPr>
          <p:spPr>
            <a:xfrm>
              <a:off x="15094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37" name="Google Shape;937;p35"/>
            <p:cNvCxnSpPr/>
            <p:nvPr/>
          </p:nvCxnSpPr>
          <p:spPr>
            <a:xfrm>
              <a:off x="16618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38" name="Google Shape;938;p35"/>
            <p:cNvCxnSpPr/>
            <p:nvPr/>
          </p:nvCxnSpPr>
          <p:spPr>
            <a:xfrm>
              <a:off x="18142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39" name="Google Shape;939;p35"/>
            <p:cNvCxnSpPr/>
            <p:nvPr/>
          </p:nvCxnSpPr>
          <p:spPr>
            <a:xfrm>
              <a:off x="19666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40" name="Google Shape;940;p35"/>
            <p:cNvCxnSpPr/>
            <p:nvPr/>
          </p:nvCxnSpPr>
          <p:spPr>
            <a:xfrm>
              <a:off x="21190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41" name="Google Shape;941;p35"/>
            <p:cNvCxnSpPr/>
            <p:nvPr/>
          </p:nvCxnSpPr>
          <p:spPr>
            <a:xfrm>
              <a:off x="22714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42" name="Google Shape;942;p35"/>
            <p:cNvCxnSpPr/>
            <p:nvPr/>
          </p:nvCxnSpPr>
          <p:spPr>
            <a:xfrm>
              <a:off x="24238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43" name="Google Shape;943;p35"/>
            <p:cNvCxnSpPr/>
            <p:nvPr/>
          </p:nvCxnSpPr>
          <p:spPr>
            <a:xfrm>
              <a:off x="25762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44" name="Google Shape;944;p35"/>
            <p:cNvCxnSpPr/>
            <p:nvPr/>
          </p:nvCxnSpPr>
          <p:spPr>
            <a:xfrm>
              <a:off x="2728650" y="1776025"/>
              <a:ext cx="0" cy="1980300"/>
            </a:xfrm>
            <a:prstGeom prst="straightConnector1">
              <a:avLst/>
            </a:prstGeom>
            <a:noFill/>
            <a:ln cap="flat" cmpd="sng" w="9525">
              <a:solidFill>
                <a:schemeClr val="accent1"/>
              </a:solidFill>
              <a:prstDash val="solid"/>
              <a:round/>
              <a:headEnd len="med" w="med" type="none"/>
              <a:tailEnd len="med" w="med" type="none"/>
            </a:ln>
          </p:spPr>
        </p:cxnSp>
        <p:cxnSp>
          <p:nvCxnSpPr>
            <p:cNvPr id="945" name="Google Shape;945;p35"/>
            <p:cNvCxnSpPr/>
            <p:nvPr/>
          </p:nvCxnSpPr>
          <p:spPr>
            <a:xfrm>
              <a:off x="1738050" y="7779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46" name="Google Shape;946;p35"/>
            <p:cNvCxnSpPr/>
            <p:nvPr/>
          </p:nvCxnSpPr>
          <p:spPr>
            <a:xfrm>
              <a:off x="1738050" y="9303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47" name="Google Shape;947;p35"/>
            <p:cNvCxnSpPr/>
            <p:nvPr/>
          </p:nvCxnSpPr>
          <p:spPr>
            <a:xfrm>
              <a:off x="1738050" y="10827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48" name="Google Shape;948;p35"/>
            <p:cNvCxnSpPr/>
            <p:nvPr/>
          </p:nvCxnSpPr>
          <p:spPr>
            <a:xfrm>
              <a:off x="1738050" y="12351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49" name="Google Shape;949;p35"/>
            <p:cNvCxnSpPr/>
            <p:nvPr/>
          </p:nvCxnSpPr>
          <p:spPr>
            <a:xfrm>
              <a:off x="1738050" y="13875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0" name="Google Shape;950;p35"/>
            <p:cNvCxnSpPr/>
            <p:nvPr/>
          </p:nvCxnSpPr>
          <p:spPr>
            <a:xfrm>
              <a:off x="1738050" y="15399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1" name="Google Shape;951;p35"/>
            <p:cNvCxnSpPr/>
            <p:nvPr/>
          </p:nvCxnSpPr>
          <p:spPr>
            <a:xfrm>
              <a:off x="1738050" y="16923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2" name="Google Shape;952;p35"/>
            <p:cNvCxnSpPr/>
            <p:nvPr/>
          </p:nvCxnSpPr>
          <p:spPr>
            <a:xfrm>
              <a:off x="1738050" y="18447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3" name="Google Shape;953;p35"/>
            <p:cNvCxnSpPr/>
            <p:nvPr/>
          </p:nvCxnSpPr>
          <p:spPr>
            <a:xfrm>
              <a:off x="1738050" y="19971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4" name="Google Shape;954;p35"/>
            <p:cNvCxnSpPr/>
            <p:nvPr/>
          </p:nvCxnSpPr>
          <p:spPr>
            <a:xfrm>
              <a:off x="1738050" y="21495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5" name="Google Shape;955;p35"/>
            <p:cNvCxnSpPr/>
            <p:nvPr/>
          </p:nvCxnSpPr>
          <p:spPr>
            <a:xfrm>
              <a:off x="1738050" y="23019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6" name="Google Shape;956;p35"/>
            <p:cNvCxnSpPr/>
            <p:nvPr/>
          </p:nvCxnSpPr>
          <p:spPr>
            <a:xfrm>
              <a:off x="1738050" y="24543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7" name="Google Shape;957;p35"/>
            <p:cNvCxnSpPr/>
            <p:nvPr/>
          </p:nvCxnSpPr>
          <p:spPr>
            <a:xfrm>
              <a:off x="1738050" y="2606784"/>
              <a:ext cx="0" cy="1994400"/>
            </a:xfrm>
            <a:prstGeom prst="straightConnector1">
              <a:avLst/>
            </a:prstGeom>
            <a:noFill/>
            <a:ln cap="flat" cmpd="sng" w="9525">
              <a:solidFill>
                <a:schemeClr val="accent1"/>
              </a:solidFill>
              <a:prstDash val="solid"/>
              <a:round/>
              <a:headEnd len="med" w="med" type="none"/>
              <a:tailEnd len="med" w="med" type="none"/>
            </a:ln>
          </p:spPr>
        </p:cxnSp>
        <p:cxnSp>
          <p:nvCxnSpPr>
            <p:cNvPr id="958" name="Google Shape;958;p35"/>
            <p:cNvCxnSpPr/>
            <p:nvPr/>
          </p:nvCxnSpPr>
          <p:spPr>
            <a:xfrm>
              <a:off x="1738050" y="2759184"/>
              <a:ext cx="0" cy="1994400"/>
            </a:xfrm>
            <a:prstGeom prst="straightConnector1">
              <a:avLst/>
            </a:prstGeom>
            <a:noFill/>
            <a:ln cap="flat" cmpd="sng" w="9525">
              <a:solidFill>
                <a:schemeClr val="accent1"/>
              </a:solidFill>
              <a:prstDash val="solid"/>
              <a:round/>
              <a:headEnd len="med" w="med" type="none"/>
              <a:tailEnd len="med" w="med" type="none"/>
            </a:ln>
          </p:spPr>
        </p:cxnSp>
      </p:grpSp>
      <p:grpSp>
        <p:nvGrpSpPr>
          <p:cNvPr id="959" name="Google Shape;959;p35"/>
          <p:cNvGrpSpPr/>
          <p:nvPr/>
        </p:nvGrpSpPr>
        <p:grpSpPr>
          <a:xfrm>
            <a:off x="-44200" y="4743450"/>
            <a:ext cx="849600" cy="697200"/>
            <a:chOff x="489200" y="476250"/>
            <a:chExt cx="849600" cy="697200"/>
          </a:xfrm>
        </p:grpSpPr>
        <p:sp>
          <p:nvSpPr>
            <p:cNvPr id="960" name="Google Shape;960;p35"/>
            <p:cNvSpPr/>
            <p:nvPr/>
          </p:nvSpPr>
          <p:spPr>
            <a:xfrm>
              <a:off x="489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1" name="Google Shape;961;p35"/>
            <p:cNvSpPr/>
            <p:nvPr/>
          </p:nvSpPr>
          <p:spPr>
            <a:xfrm>
              <a:off x="6416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2" name="Google Shape;962;p35"/>
            <p:cNvSpPr/>
            <p:nvPr/>
          </p:nvSpPr>
          <p:spPr>
            <a:xfrm>
              <a:off x="7940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3" name="Google Shape;963;p35"/>
            <p:cNvSpPr/>
            <p:nvPr/>
          </p:nvSpPr>
          <p:spPr>
            <a:xfrm>
              <a:off x="9464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4" name="Google Shape;964;p35"/>
            <p:cNvSpPr/>
            <p:nvPr/>
          </p:nvSpPr>
          <p:spPr>
            <a:xfrm>
              <a:off x="10988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5" name="Google Shape;965;p35"/>
            <p:cNvSpPr/>
            <p:nvPr/>
          </p:nvSpPr>
          <p:spPr>
            <a:xfrm>
              <a:off x="1251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6" name="Google Shape;966;p35"/>
            <p:cNvSpPr/>
            <p:nvPr/>
          </p:nvSpPr>
          <p:spPr>
            <a:xfrm>
              <a:off x="489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7" name="Google Shape;967;p35"/>
            <p:cNvSpPr/>
            <p:nvPr/>
          </p:nvSpPr>
          <p:spPr>
            <a:xfrm>
              <a:off x="6416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8" name="Google Shape;968;p35"/>
            <p:cNvSpPr/>
            <p:nvPr/>
          </p:nvSpPr>
          <p:spPr>
            <a:xfrm>
              <a:off x="7940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69" name="Google Shape;969;p35"/>
            <p:cNvSpPr/>
            <p:nvPr/>
          </p:nvSpPr>
          <p:spPr>
            <a:xfrm>
              <a:off x="9464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0" name="Google Shape;970;p35"/>
            <p:cNvSpPr/>
            <p:nvPr/>
          </p:nvSpPr>
          <p:spPr>
            <a:xfrm>
              <a:off x="10988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1" name="Google Shape;971;p35"/>
            <p:cNvSpPr/>
            <p:nvPr/>
          </p:nvSpPr>
          <p:spPr>
            <a:xfrm>
              <a:off x="1251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2" name="Google Shape;972;p35"/>
            <p:cNvSpPr/>
            <p:nvPr/>
          </p:nvSpPr>
          <p:spPr>
            <a:xfrm>
              <a:off x="489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3" name="Google Shape;973;p35"/>
            <p:cNvSpPr/>
            <p:nvPr/>
          </p:nvSpPr>
          <p:spPr>
            <a:xfrm>
              <a:off x="6416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4" name="Google Shape;974;p35"/>
            <p:cNvSpPr/>
            <p:nvPr/>
          </p:nvSpPr>
          <p:spPr>
            <a:xfrm>
              <a:off x="7940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5" name="Google Shape;975;p35"/>
            <p:cNvSpPr/>
            <p:nvPr/>
          </p:nvSpPr>
          <p:spPr>
            <a:xfrm>
              <a:off x="9464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6" name="Google Shape;976;p35"/>
            <p:cNvSpPr/>
            <p:nvPr/>
          </p:nvSpPr>
          <p:spPr>
            <a:xfrm>
              <a:off x="10988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7" name="Google Shape;977;p35"/>
            <p:cNvSpPr/>
            <p:nvPr/>
          </p:nvSpPr>
          <p:spPr>
            <a:xfrm>
              <a:off x="1251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8" name="Google Shape;978;p35"/>
            <p:cNvSpPr/>
            <p:nvPr/>
          </p:nvSpPr>
          <p:spPr>
            <a:xfrm>
              <a:off x="489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79" name="Google Shape;979;p35"/>
            <p:cNvSpPr/>
            <p:nvPr/>
          </p:nvSpPr>
          <p:spPr>
            <a:xfrm>
              <a:off x="6416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0" name="Google Shape;980;p35"/>
            <p:cNvSpPr/>
            <p:nvPr/>
          </p:nvSpPr>
          <p:spPr>
            <a:xfrm>
              <a:off x="7940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1" name="Google Shape;981;p35"/>
            <p:cNvSpPr/>
            <p:nvPr/>
          </p:nvSpPr>
          <p:spPr>
            <a:xfrm>
              <a:off x="9464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2" name="Google Shape;982;p35"/>
            <p:cNvSpPr/>
            <p:nvPr/>
          </p:nvSpPr>
          <p:spPr>
            <a:xfrm>
              <a:off x="10988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3" name="Google Shape;983;p35"/>
            <p:cNvSpPr/>
            <p:nvPr/>
          </p:nvSpPr>
          <p:spPr>
            <a:xfrm>
              <a:off x="1251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4" name="Google Shape;984;p35"/>
            <p:cNvSpPr/>
            <p:nvPr/>
          </p:nvSpPr>
          <p:spPr>
            <a:xfrm>
              <a:off x="489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5" name="Google Shape;985;p35"/>
            <p:cNvSpPr/>
            <p:nvPr/>
          </p:nvSpPr>
          <p:spPr>
            <a:xfrm>
              <a:off x="6416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6" name="Google Shape;986;p35"/>
            <p:cNvSpPr/>
            <p:nvPr/>
          </p:nvSpPr>
          <p:spPr>
            <a:xfrm>
              <a:off x="7940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7" name="Google Shape;987;p35"/>
            <p:cNvSpPr/>
            <p:nvPr/>
          </p:nvSpPr>
          <p:spPr>
            <a:xfrm>
              <a:off x="9464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8" name="Google Shape;988;p35"/>
            <p:cNvSpPr/>
            <p:nvPr/>
          </p:nvSpPr>
          <p:spPr>
            <a:xfrm>
              <a:off x="10988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89" name="Google Shape;989;p35"/>
            <p:cNvSpPr/>
            <p:nvPr/>
          </p:nvSpPr>
          <p:spPr>
            <a:xfrm>
              <a:off x="1251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Bullet Points v1 No Image">
  <p:cSld name="CUSTOM_16">
    <p:bg>
      <p:bgPr>
        <a:solidFill>
          <a:schemeClr val="lt2"/>
        </a:solidFill>
      </p:bgPr>
    </p:bg>
    <p:spTree>
      <p:nvGrpSpPr>
        <p:cNvPr id="990" name="Shape 990"/>
        <p:cNvGrpSpPr/>
        <p:nvPr/>
      </p:nvGrpSpPr>
      <p:grpSpPr>
        <a:xfrm>
          <a:off x="0" y="0"/>
          <a:ext cx="0" cy="0"/>
          <a:chOff x="0" y="0"/>
          <a:chExt cx="0" cy="0"/>
        </a:xfrm>
      </p:grpSpPr>
      <p:grpSp>
        <p:nvGrpSpPr>
          <p:cNvPr id="991" name="Google Shape;991;p36"/>
          <p:cNvGrpSpPr/>
          <p:nvPr/>
        </p:nvGrpSpPr>
        <p:grpSpPr>
          <a:xfrm>
            <a:off x="-120400" y="4591050"/>
            <a:ext cx="849600" cy="697200"/>
            <a:chOff x="489200" y="476250"/>
            <a:chExt cx="849600" cy="697200"/>
          </a:xfrm>
        </p:grpSpPr>
        <p:sp>
          <p:nvSpPr>
            <p:cNvPr id="992" name="Google Shape;992;p36"/>
            <p:cNvSpPr/>
            <p:nvPr/>
          </p:nvSpPr>
          <p:spPr>
            <a:xfrm>
              <a:off x="4892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93" name="Google Shape;993;p36"/>
            <p:cNvSpPr/>
            <p:nvPr/>
          </p:nvSpPr>
          <p:spPr>
            <a:xfrm>
              <a:off x="6416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94" name="Google Shape;994;p36"/>
            <p:cNvSpPr/>
            <p:nvPr/>
          </p:nvSpPr>
          <p:spPr>
            <a:xfrm>
              <a:off x="7940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95" name="Google Shape;995;p36"/>
            <p:cNvSpPr/>
            <p:nvPr/>
          </p:nvSpPr>
          <p:spPr>
            <a:xfrm>
              <a:off x="9464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96" name="Google Shape;996;p36"/>
            <p:cNvSpPr/>
            <p:nvPr/>
          </p:nvSpPr>
          <p:spPr>
            <a:xfrm>
              <a:off x="10988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97" name="Google Shape;997;p36"/>
            <p:cNvSpPr/>
            <p:nvPr/>
          </p:nvSpPr>
          <p:spPr>
            <a:xfrm>
              <a:off x="12512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98" name="Google Shape;998;p36"/>
            <p:cNvSpPr/>
            <p:nvPr/>
          </p:nvSpPr>
          <p:spPr>
            <a:xfrm>
              <a:off x="4892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999" name="Google Shape;999;p36"/>
            <p:cNvSpPr/>
            <p:nvPr/>
          </p:nvSpPr>
          <p:spPr>
            <a:xfrm>
              <a:off x="6416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0" name="Google Shape;1000;p36"/>
            <p:cNvSpPr/>
            <p:nvPr/>
          </p:nvSpPr>
          <p:spPr>
            <a:xfrm>
              <a:off x="7940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1" name="Google Shape;1001;p36"/>
            <p:cNvSpPr/>
            <p:nvPr/>
          </p:nvSpPr>
          <p:spPr>
            <a:xfrm>
              <a:off x="9464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2" name="Google Shape;1002;p36"/>
            <p:cNvSpPr/>
            <p:nvPr/>
          </p:nvSpPr>
          <p:spPr>
            <a:xfrm>
              <a:off x="10988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3" name="Google Shape;1003;p36"/>
            <p:cNvSpPr/>
            <p:nvPr/>
          </p:nvSpPr>
          <p:spPr>
            <a:xfrm>
              <a:off x="12512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4" name="Google Shape;1004;p36"/>
            <p:cNvSpPr/>
            <p:nvPr/>
          </p:nvSpPr>
          <p:spPr>
            <a:xfrm>
              <a:off x="4892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5" name="Google Shape;1005;p36"/>
            <p:cNvSpPr/>
            <p:nvPr/>
          </p:nvSpPr>
          <p:spPr>
            <a:xfrm>
              <a:off x="6416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6" name="Google Shape;1006;p36"/>
            <p:cNvSpPr/>
            <p:nvPr/>
          </p:nvSpPr>
          <p:spPr>
            <a:xfrm>
              <a:off x="7940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7" name="Google Shape;1007;p36"/>
            <p:cNvSpPr/>
            <p:nvPr/>
          </p:nvSpPr>
          <p:spPr>
            <a:xfrm>
              <a:off x="9464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8" name="Google Shape;1008;p36"/>
            <p:cNvSpPr/>
            <p:nvPr/>
          </p:nvSpPr>
          <p:spPr>
            <a:xfrm>
              <a:off x="10988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09" name="Google Shape;1009;p36"/>
            <p:cNvSpPr/>
            <p:nvPr/>
          </p:nvSpPr>
          <p:spPr>
            <a:xfrm>
              <a:off x="12512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0" name="Google Shape;1010;p36"/>
            <p:cNvSpPr/>
            <p:nvPr/>
          </p:nvSpPr>
          <p:spPr>
            <a:xfrm>
              <a:off x="4892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1" name="Google Shape;1011;p36"/>
            <p:cNvSpPr/>
            <p:nvPr/>
          </p:nvSpPr>
          <p:spPr>
            <a:xfrm>
              <a:off x="6416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2" name="Google Shape;1012;p36"/>
            <p:cNvSpPr/>
            <p:nvPr/>
          </p:nvSpPr>
          <p:spPr>
            <a:xfrm>
              <a:off x="7940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3" name="Google Shape;1013;p36"/>
            <p:cNvSpPr/>
            <p:nvPr/>
          </p:nvSpPr>
          <p:spPr>
            <a:xfrm>
              <a:off x="9464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4" name="Google Shape;1014;p36"/>
            <p:cNvSpPr/>
            <p:nvPr/>
          </p:nvSpPr>
          <p:spPr>
            <a:xfrm>
              <a:off x="10988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5" name="Google Shape;1015;p36"/>
            <p:cNvSpPr/>
            <p:nvPr/>
          </p:nvSpPr>
          <p:spPr>
            <a:xfrm>
              <a:off x="12512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6" name="Google Shape;1016;p36"/>
            <p:cNvSpPr/>
            <p:nvPr/>
          </p:nvSpPr>
          <p:spPr>
            <a:xfrm>
              <a:off x="4892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7" name="Google Shape;1017;p36"/>
            <p:cNvSpPr/>
            <p:nvPr/>
          </p:nvSpPr>
          <p:spPr>
            <a:xfrm>
              <a:off x="6416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8" name="Google Shape;1018;p36"/>
            <p:cNvSpPr/>
            <p:nvPr/>
          </p:nvSpPr>
          <p:spPr>
            <a:xfrm>
              <a:off x="7940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19" name="Google Shape;1019;p36"/>
            <p:cNvSpPr/>
            <p:nvPr/>
          </p:nvSpPr>
          <p:spPr>
            <a:xfrm>
              <a:off x="9464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20" name="Google Shape;1020;p36"/>
            <p:cNvSpPr/>
            <p:nvPr/>
          </p:nvSpPr>
          <p:spPr>
            <a:xfrm>
              <a:off x="10988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21" name="Google Shape;1021;p36"/>
            <p:cNvSpPr/>
            <p:nvPr/>
          </p:nvSpPr>
          <p:spPr>
            <a:xfrm>
              <a:off x="12512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022" name="Google Shape;1022;p36"/>
          <p:cNvSpPr/>
          <p:nvPr/>
        </p:nvSpPr>
        <p:spPr>
          <a:xfrm>
            <a:off x="388675" y="795899"/>
            <a:ext cx="8443800" cy="4029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23" name="Google Shape;1023;p36"/>
          <p:cNvSpPr/>
          <p:nvPr/>
        </p:nvSpPr>
        <p:spPr>
          <a:xfrm>
            <a:off x="311700" y="362524"/>
            <a:ext cx="8443800" cy="43734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24" name="Google Shape;1024;p36"/>
          <p:cNvSpPr txBox="1"/>
          <p:nvPr>
            <p:ph type="title"/>
          </p:nvPr>
        </p:nvSpPr>
        <p:spPr>
          <a:xfrm>
            <a:off x="608850" y="652724"/>
            <a:ext cx="7877700" cy="4239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25" name="Google Shape;1025;p36"/>
          <p:cNvSpPr txBox="1"/>
          <p:nvPr>
            <p:ph idx="1" type="body"/>
          </p:nvPr>
        </p:nvSpPr>
        <p:spPr>
          <a:xfrm>
            <a:off x="608850" y="1498700"/>
            <a:ext cx="7877700" cy="3016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dk1"/>
              </a:buClr>
              <a:buSzPts val="1100"/>
              <a:buChar char="●"/>
              <a:defRPr>
                <a:solidFill>
                  <a:schemeClr val="dk1"/>
                </a:solidFill>
              </a:defRPr>
            </a:lvl1pPr>
            <a:lvl2pPr indent="-298450" lvl="1" marL="914400">
              <a:spcBef>
                <a:spcPts val="0"/>
              </a:spcBef>
              <a:spcAft>
                <a:spcPts val="0"/>
              </a:spcAft>
              <a:buClr>
                <a:schemeClr val="dk1"/>
              </a:buClr>
              <a:buSzPts val="1100"/>
              <a:buChar char="○"/>
              <a:defRPr>
                <a:solidFill>
                  <a:schemeClr val="dk1"/>
                </a:solidFill>
              </a:defRPr>
            </a:lvl2pPr>
            <a:lvl3pPr indent="-298450" lvl="2" marL="1371600">
              <a:spcBef>
                <a:spcPts val="0"/>
              </a:spcBef>
              <a:spcAft>
                <a:spcPts val="0"/>
              </a:spcAft>
              <a:buClr>
                <a:schemeClr val="dk1"/>
              </a:buClr>
              <a:buSzPts val="1100"/>
              <a:buChar char="■"/>
              <a:defRPr>
                <a:solidFill>
                  <a:schemeClr val="dk1"/>
                </a:solidFill>
              </a:defRPr>
            </a:lvl3pPr>
            <a:lvl4pPr indent="-298450" lvl="3" marL="1828800">
              <a:spcBef>
                <a:spcPts val="0"/>
              </a:spcBef>
              <a:spcAft>
                <a:spcPts val="0"/>
              </a:spcAft>
              <a:buClr>
                <a:schemeClr val="dk1"/>
              </a:buClr>
              <a:buSzPts val="1100"/>
              <a:buChar char="●"/>
              <a:defRPr>
                <a:solidFill>
                  <a:schemeClr val="dk1"/>
                </a:solidFill>
              </a:defRPr>
            </a:lvl4pPr>
            <a:lvl5pPr indent="-298450" lvl="4" marL="2286000">
              <a:spcBef>
                <a:spcPts val="0"/>
              </a:spcBef>
              <a:spcAft>
                <a:spcPts val="0"/>
              </a:spcAft>
              <a:buClr>
                <a:schemeClr val="dk1"/>
              </a:buClr>
              <a:buSzPts val="1100"/>
              <a:buChar char="○"/>
              <a:defRPr>
                <a:solidFill>
                  <a:schemeClr val="dk1"/>
                </a:solidFill>
              </a:defRPr>
            </a:lvl5pPr>
            <a:lvl6pPr indent="-298450" lvl="5" marL="2743200">
              <a:spcBef>
                <a:spcPts val="0"/>
              </a:spcBef>
              <a:spcAft>
                <a:spcPts val="0"/>
              </a:spcAft>
              <a:buClr>
                <a:schemeClr val="dk1"/>
              </a:buClr>
              <a:buSzPts val="1100"/>
              <a:buChar char="■"/>
              <a:defRPr>
                <a:solidFill>
                  <a:schemeClr val="dk1"/>
                </a:solidFill>
              </a:defRPr>
            </a:lvl6pPr>
            <a:lvl7pPr indent="-298450" lvl="6" marL="3200400">
              <a:spcBef>
                <a:spcPts val="0"/>
              </a:spcBef>
              <a:spcAft>
                <a:spcPts val="0"/>
              </a:spcAft>
              <a:buClr>
                <a:schemeClr val="dk1"/>
              </a:buClr>
              <a:buSzPts val="1100"/>
              <a:buChar char="●"/>
              <a:defRPr>
                <a:solidFill>
                  <a:schemeClr val="dk1"/>
                </a:solidFill>
              </a:defRPr>
            </a:lvl7pPr>
            <a:lvl8pPr indent="-298450" lvl="7" marL="3657600">
              <a:spcBef>
                <a:spcPts val="0"/>
              </a:spcBef>
              <a:spcAft>
                <a:spcPts val="0"/>
              </a:spcAft>
              <a:buClr>
                <a:schemeClr val="dk1"/>
              </a:buClr>
              <a:buSzPts val="1100"/>
              <a:buChar char="○"/>
              <a:defRPr>
                <a:solidFill>
                  <a:schemeClr val="dk1"/>
                </a:solidFill>
              </a:defRPr>
            </a:lvl8pPr>
            <a:lvl9pPr indent="-298450" lvl="8" marL="4114800">
              <a:spcBef>
                <a:spcPts val="0"/>
              </a:spcBef>
              <a:spcAft>
                <a:spcPts val="0"/>
              </a:spcAft>
              <a:buClr>
                <a:schemeClr val="dk1"/>
              </a:buClr>
              <a:buSzPts val="1100"/>
              <a:buChar char="■"/>
              <a:defRPr>
                <a:solidFill>
                  <a:schemeClr val="dk1"/>
                </a:solidFill>
              </a:defRPr>
            </a:lvl9pPr>
          </a:lstStyle>
          <a:p/>
        </p:txBody>
      </p:sp>
      <p:grpSp>
        <p:nvGrpSpPr>
          <p:cNvPr id="1026" name="Google Shape;1026;p36"/>
          <p:cNvGrpSpPr/>
          <p:nvPr/>
        </p:nvGrpSpPr>
        <p:grpSpPr>
          <a:xfrm>
            <a:off x="8056062" y="-256420"/>
            <a:ext cx="1422149" cy="1422149"/>
            <a:chOff x="2645475" y="456275"/>
            <a:chExt cx="697200" cy="697200"/>
          </a:xfrm>
        </p:grpSpPr>
        <p:sp>
          <p:nvSpPr>
            <p:cNvPr id="1027" name="Google Shape;1027;p36"/>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28" name="Google Shape;1028;p36"/>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29" name="Google Shape;1029;p36"/>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30" name="Google Shape;1030;p36"/>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31" name="Google Shape;1031;p36"/>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32" name="Google Shape;1032;p36"/>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33" name="Google Shape;1033;p36"/>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34" name="Google Shape;1034;p36"/>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Bullet Points v1">
  <p:cSld name="CUSTOM_17">
    <p:bg>
      <p:bgPr>
        <a:solidFill>
          <a:schemeClr val="accent1"/>
        </a:solidFill>
      </p:bgPr>
    </p:bg>
    <p:spTree>
      <p:nvGrpSpPr>
        <p:cNvPr id="1035" name="Shape 1035"/>
        <p:cNvGrpSpPr/>
        <p:nvPr/>
      </p:nvGrpSpPr>
      <p:grpSpPr>
        <a:xfrm>
          <a:off x="0" y="0"/>
          <a:ext cx="0" cy="0"/>
          <a:chOff x="0" y="0"/>
          <a:chExt cx="0" cy="0"/>
        </a:xfrm>
      </p:grpSpPr>
      <p:grpSp>
        <p:nvGrpSpPr>
          <p:cNvPr id="1036" name="Google Shape;1036;p37"/>
          <p:cNvGrpSpPr/>
          <p:nvPr/>
        </p:nvGrpSpPr>
        <p:grpSpPr>
          <a:xfrm>
            <a:off x="-974575" y="-1779524"/>
            <a:ext cx="2745900" cy="3493200"/>
            <a:chOff x="7178825" y="-1812429"/>
            <a:chExt cx="2745900" cy="3493200"/>
          </a:xfrm>
        </p:grpSpPr>
        <p:cxnSp>
          <p:nvCxnSpPr>
            <p:cNvPr id="1037" name="Google Shape;1037;p37"/>
            <p:cNvCxnSpPr/>
            <p:nvPr/>
          </p:nvCxnSpPr>
          <p:spPr>
            <a:xfrm>
              <a:off x="7459281"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38" name="Google Shape;1038;p37"/>
            <p:cNvCxnSpPr/>
            <p:nvPr/>
          </p:nvCxnSpPr>
          <p:spPr>
            <a:xfrm>
              <a:off x="7728115"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39" name="Google Shape;1039;p37"/>
            <p:cNvCxnSpPr/>
            <p:nvPr/>
          </p:nvCxnSpPr>
          <p:spPr>
            <a:xfrm>
              <a:off x="7996948"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40" name="Google Shape;1040;p37"/>
            <p:cNvCxnSpPr/>
            <p:nvPr/>
          </p:nvCxnSpPr>
          <p:spPr>
            <a:xfrm>
              <a:off x="8265782"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41" name="Google Shape;1041;p37"/>
            <p:cNvCxnSpPr/>
            <p:nvPr/>
          </p:nvCxnSpPr>
          <p:spPr>
            <a:xfrm>
              <a:off x="85346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42" name="Google Shape;1042;p37"/>
            <p:cNvCxnSpPr/>
            <p:nvPr/>
          </p:nvCxnSpPr>
          <p:spPr>
            <a:xfrm>
              <a:off x="8803449"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43" name="Google Shape;1043;p37"/>
            <p:cNvCxnSpPr/>
            <p:nvPr/>
          </p:nvCxnSpPr>
          <p:spPr>
            <a:xfrm>
              <a:off x="9072283"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44" name="Google Shape;1044;p37"/>
            <p:cNvCxnSpPr/>
            <p:nvPr/>
          </p:nvCxnSpPr>
          <p:spPr>
            <a:xfrm>
              <a:off x="93411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45" name="Google Shape;1045;p37"/>
            <p:cNvCxnSpPr/>
            <p:nvPr/>
          </p:nvCxnSpPr>
          <p:spPr>
            <a:xfrm>
              <a:off x="9609950"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46" name="Google Shape;1046;p37"/>
            <p:cNvCxnSpPr/>
            <p:nvPr/>
          </p:nvCxnSpPr>
          <p:spPr>
            <a:xfrm>
              <a:off x="8551775" y="-291802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47" name="Google Shape;1047;p37"/>
            <p:cNvCxnSpPr/>
            <p:nvPr/>
          </p:nvCxnSpPr>
          <p:spPr>
            <a:xfrm>
              <a:off x="8551775" y="-2649191"/>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48" name="Google Shape;1048;p37"/>
            <p:cNvCxnSpPr/>
            <p:nvPr/>
          </p:nvCxnSpPr>
          <p:spPr>
            <a:xfrm>
              <a:off x="8551775" y="-2380357"/>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49" name="Google Shape;1049;p37"/>
            <p:cNvCxnSpPr/>
            <p:nvPr/>
          </p:nvCxnSpPr>
          <p:spPr>
            <a:xfrm>
              <a:off x="8551775" y="-2111523"/>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50" name="Google Shape;1050;p37"/>
            <p:cNvCxnSpPr/>
            <p:nvPr/>
          </p:nvCxnSpPr>
          <p:spPr>
            <a:xfrm>
              <a:off x="8551775" y="-1842689"/>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51" name="Google Shape;1051;p37"/>
            <p:cNvCxnSpPr/>
            <p:nvPr/>
          </p:nvCxnSpPr>
          <p:spPr>
            <a:xfrm>
              <a:off x="8551775" y="-157385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52" name="Google Shape;1052;p37"/>
            <p:cNvCxnSpPr/>
            <p:nvPr/>
          </p:nvCxnSpPr>
          <p:spPr>
            <a:xfrm>
              <a:off x="8551775" y="-1305020"/>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53" name="Google Shape;1053;p37"/>
            <p:cNvCxnSpPr/>
            <p:nvPr/>
          </p:nvCxnSpPr>
          <p:spPr>
            <a:xfrm>
              <a:off x="8551775" y="-1036186"/>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54" name="Google Shape;1054;p37"/>
            <p:cNvCxnSpPr/>
            <p:nvPr/>
          </p:nvCxnSpPr>
          <p:spPr>
            <a:xfrm>
              <a:off x="8551775" y="-767352"/>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55" name="Google Shape;1055;p37"/>
            <p:cNvCxnSpPr/>
            <p:nvPr/>
          </p:nvCxnSpPr>
          <p:spPr>
            <a:xfrm>
              <a:off x="8551775" y="-498518"/>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56" name="Google Shape;1056;p37"/>
            <p:cNvCxnSpPr/>
            <p:nvPr/>
          </p:nvCxnSpPr>
          <p:spPr>
            <a:xfrm>
              <a:off x="8551775" y="-229684"/>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57" name="Google Shape;1057;p37"/>
            <p:cNvCxnSpPr/>
            <p:nvPr/>
          </p:nvCxnSpPr>
          <p:spPr>
            <a:xfrm>
              <a:off x="8551775" y="39150"/>
              <a:ext cx="0" cy="2745900"/>
            </a:xfrm>
            <a:prstGeom prst="straightConnector1">
              <a:avLst/>
            </a:prstGeom>
            <a:noFill/>
            <a:ln cap="flat" cmpd="sng" w="9525">
              <a:solidFill>
                <a:schemeClr val="lt1"/>
              </a:solidFill>
              <a:prstDash val="solid"/>
              <a:round/>
              <a:headEnd len="med" w="med" type="none"/>
              <a:tailEnd len="med" w="med" type="none"/>
            </a:ln>
          </p:spPr>
        </p:cxnSp>
      </p:grpSp>
      <p:sp>
        <p:nvSpPr>
          <p:cNvPr id="1058" name="Google Shape;1058;p37"/>
          <p:cNvSpPr txBox="1"/>
          <p:nvPr>
            <p:ph type="title"/>
          </p:nvPr>
        </p:nvSpPr>
        <p:spPr>
          <a:xfrm>
            <a:off x="4564525" y="617563"/>
            <a:ext cx="4267800" cy="57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59" name="Google Shape;1059;p37"/>
          <p:cNvSpPr/>
          <p:nvPr/>
        </p:nvSpPr>
        <p:spPr>
          <a:xfrm>
            <a:off x="397641" y="760532"/>
            <a:ext cx="3680100" cy="3709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60" name="Google Shape;1060;p37"/>
          <p:cNvSpPr/>
          <p:nvPr>
            <p:ph idx="2" type="pic"/>
          </p:nvPr>
        </p:nvSpPr>
        <p:spPr>
          <a:xfrm>
            <a:off x="311700" y="673775"/>
            <a:ext cx="3680100" cy="3709200"/>
          </a:xfrm>
          <a:prstGeom prst="rect">
            <a:avLst/>
          </a:prstGeom>
          <a:noFill/>
          <a:ln cap="flat" cmpd="sng" w="19050">
            <a:solidFill>
              <a:srgbClr val="000000"/>
            </a:solidFill>
            <a:prstDash val="solid"/>
            <a:round/>
            <a:headEnd len="sm" w="sm" type="none"/>
            <a:tailEnd len="sm" w="sm" type="none"/>
          </a:ln>
        </p:spPr>
      </p:sp>
      <p:sp>
        <p:nvSpPr>
          <p:cNvPr id="1061" name="Google Shape;1061;p37"/>
          <p:cNvSpPr txBox="1"/>
          <p:nvPr>
            <p:ph idx="1" type="body"/>
          </p:nvPr>
        </p:nvSpPr>
        <p:spPr>
          <a:xfrm>
            <a:off x="4564525" y="1363188"/>
            <a:ext cx="4267800" cy="33303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2"/>
              </a:buClr>
              <a:buSzPts val="1100"/>
              <a:buChar char="●"/>
              <a:defRPr>
                <a:solidFill>
                  <a:schemeClr val="lt2"/>
                </a:solidFill>
              </a:defRPr>
            </a:lvl1pPr>
            <a:lvl2pPr indent="-298450" lvl="1" marL="914400">
              <a:spcBef>
                <a:spcPts val="0"/>
              </a:spcBef>
              <a:spcAft>
                <a:spcPts val="0"/>
              </a:spcAft>
              <a:buClr>
                <a:schemeClr val="lt2"/>
              </a:buClr>
              <a:buSzPts val="1100"/>
              <a:buChar char="○"/>
              <a:defRPr>
                <a:solidFill>
                  <a:schemeClr val="lt2"/>
                </a:solidFill>
              </a:defRPr>
            </a:lvl2pPr>
            <a:lvl3pPr indent="-298450" lvl="2" marL="1371600">
              <a:spcBef>
                <a:spcPts val="0"/>
              </a:spcBef>
              <a:spcAft>
                <a:spcPts val="0"/>
              </a:spcAft>
              <a:buClr>
                <a:schemeClr val="lt2"/>
              </a:buClr>
              <a:buSzPts val="1100"/>
              <a:buChar char="■"/>
              <a:defRPr>
                <a:solidFill>
                  <a:schemeClr val="lt2"/>
                </a:solidFill>
              </a:defRPr>
            </a:lvl3pPr>
            <a:lvl4pPr indent="-298450" lvl="3" marL="1828800">
              <a:spcBef>
                <a:spcPts val="0"/>
              </a:spcBef>
              <a:spcAft>
                <a:spcPts val="0"/>
              </a:spcAft>
              <a:buClr>
                <a:schemeClr val="lt2"/>
              </a:buClr>
              <a:buSzPts val="1100"/>
              <a:buChar char="●"/>
              <a:defRPr>
                <a:solidFill>
                  <a:schemeClr val="lt2"/>
                </a:solidFill>
              </a:defRPr>
            </a:lvl4pPr>
            <a:lvl5pPr indent="-298450" lvl="4" marL="2286000">
              <a:spcBef>
                <a:spcPts val="0"/>
              </a:spcBef>
              <a:spcAft>
                <a:spcPts val="0"/>
              </a:spcAft>
              <a:buClr>
                <a:schemeClr val="lt2"/>
              </a:buClr>
              <a:buSzPts val="1100"/>
              <a:buChar char="○"/>
              <a:defRPr>
                <a:solidFill>
                  <a:schemeClr val="lt2"/>
                </a:solidFill>
              </a:defRPr>
            </a:lvl5pPr>
            <a:lvl6pPr indent="-298450" lvl="5" marL="2743200">
              <a:spcBef>
                <a:spcPts val="0"/>
              </a:spcBef>
              <a:spcAft>
                <a:spcPts val="0"/>
              </a:spcAft>
              <a:buClr>
                <a:schemeClr val="lt2"/>
              </a:buClr>
              <a:buSzPts val="1100"/>
              <a:buChar char="■"/>
              <a:defRPr>
                <a:solidFill>
                  <a:schemeClr val="lt2"/>
                </a:solidFill>
              </a:defRPr>
            </a:lvl6pPr>
            <a:lvl7pPr indent="-298450" lvl="6" marL="3200400">
              <a:spcBef>
                <a:spcPts val="0"/>
              </a:spcBef>
              <a:spcAft>
                <a:spcPts val="0"/>
              </a:spcAft>
              <a:buClr>
                <a:schemeClr val="lt2"/>
              </a:buClr>
              <a:buSzPts val="1100"/>
              <a:buChar char="●"/>
              <a:defRPr>
                <a:solidFill>
                  <a:schemeClr val="lt2"/>
                </a:solidFill>
              </a:defRPr>
            </a:lvl7pPr>
            <a:lvl8pPr indent="-298450" lvl="7" marL="3657600">
              <a:spcBef>
                <a:spcPts val="0"/>
              </a:spcBef>
              <a:spcAft>
                <a:spcPts val="0"/>
              </a:spcAft>
              <a:buClr>
                <a:schemeClr val="lt2"/>
              </a:buClr>
              <a:buSzPts val="1100"/>
              <a:buChar char="○"/>
              <a:defRPr>
                <a:solidFill>
                  <a:schemeClr val="lt2"/>
                </a:solidFill>
              </a:defRPr>
            </a:lvl8pPr>
            <a:lvl9pPr indent="-298450" lvl="8" marL="4114800">
              <a:spcBef>
                <a:spcPts val="0"/>
              </a:spcBef>
              <a:spcAft>
                <a:spcPts val="0"/>
              </a:spcAft>
              <a:buClr>
                <a:schemeClr val="lt2"/>
              </a:buClr>
              <a:buSzPts val="1100"/>
              <a:buChar char="■"/>
              <a:defRPr>
                <a:solidFill>
                  <a:schemeClr val="lt2"/>
                </a:solidFill>
              </a:defRPr>
            </a:lvl9pPr>
          </a:lstStyle>
          <a:p/>
        </p:txBody>
      </p:sp>
      <p:grpSp>
        <p:nvGrpSpPr>
          <p:cNvPr id="1062" name="Google Shape;1062;p37"/>
          <p:cNvGrpSpPr/>
          <p:nvPr/>
        </p:nvGrpSpPr>
        <p:grpSpPr>
          <a:xfrm>
            <a:off x="8290635" y="4291786"/>
            <a:ext cx="697259" cy="697259"/>
            <a:chOff x="2421225" y="305100"/>
            <a:chExt cx="1684200" cy="1684200"/>
          </a:xfrm>
        </p:grpSpPr>
        <p:sp>
          <p:nvSpPr>
            <p:cNvPr id="1063" name="Google Shape;1063;p37"/>
            <p:cNvSpPr/>
            <p:nvPr/>
          </p:nvSpPr>
          <p:spPr>
            <a:xfrm rot="-5400000">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064" name="Google Shape;1064;p37"/>
            <p:cNvSpPr/>
            <p:nvPr/>
          </p:nvSpPr>
          <p:spPr>
            <a:xfrm>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065" name="Google Shape;1065;p37"/>
            <p:cNvSpPr/>
            <p:nvPr/>
          </p:nvSpPr>
          <p:spPr>
            <a:xfrm rot="-8100000">
              <a:off x="3039778" y="304985"/>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066" name="Google Shape;1066;p37"/>
            <p:cNvSpPr/>
            <p:nvPr/>
          </p:nvSpPr>
          <p:spPr>
            <a:xfrm rot="-2700000">
              <a:off x="3039689" y="305076"/>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Bullet Points v2">
  <p:cSld name="CUSTOM_17_1">
    <p:bg>
      <p:bgPr>
        <a:solidFill>
          <a:schemeClr val="accent2"/>
        </a:solidFill>
      </p:bgPr>
    </p:bg>
    <p:spTree>
      <p:nvGrpSpPr>
        <p:cNvPr id="1067" name="Shape 1067"/>
        <p:cNvGrpSpPr/>
        <p:nvPr/>
      </p:nvGrpSpPr>
      <p:grpSpPr>
        <a:xfrm>
          <a:off x="0" y="0"/>
          <a:ext cx="0" cy="0"/>
          <a:chOff x="0" y="0"/>
          <a:chExt cx="0" cy="0"/>
        </a:xfrm>
      </p:grpSpPr>
      <p:sp>
        <p:nvSpPr>
          <p:cNvPr id="1068" name="Google Shape;1068;p38"/>
          <p:cNvSpPr/>
          <p:nvPr/>
        </p:nvSpPr>
        <p:spPr>
          <a:xfrm>
            <a:off x="-9625" y="-100"/>
            <a:ext cx="4531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69" name="Google Shape;1069;p38"/>
          <p:cNvSpPr txBox="1"/>
          <p:nvPr>
            <p:ph type="title"/>
          </p:nvPr>
        </p:nvSpPr>
        <p:spPr>
          <a:xfrm>
            <a:off x="311700" y="480900"/>
            <a:ext cx="42969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70" name="Google Shape;1070;p38"/>
          <p:cNvSpPr/>
          <p:nvPr/>
        </p:nvSpPr>
        <p:spPr>
          <a:xfrm>
            <a:off x="5152191" y="760532"/>
            <a:ext cx="3680100" cy="3709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71" name="Google Shape;1071;p38"/>
          <p:cNvSpPr/>
          <p:nvPr>
            <p:ph idx="2" type="pic"/>
          </p:nvPr>
        </p:nvSpPr>
        <p:spPr>
          <a:xfrm>
            <a:off x="5066250" y="673775"/>
            <a:ext cx="3680100" cy="3709200"/>
          </a:xfrm>
          <a:prstGeom prst="rect">
            <a:avLst/>
          </a:prstGeom>
          <a:noFill/>
          <a:ln cap="flat" cmpd="sng" w="19050">
            <a:solidFill>
              <a:srgbClr val="000000"/>
            </a:solidFill>
            <a:prstDash val="solid"/>
            <a:round/>
            <a:headEnd len="sm" w="sm" type="none"/>
            <a:tailEnd len="sm" w="sm" type="none"/>
          </a:ln>
        </p:spPr>
      </p:sp>
      <p:sp>
        <p:nvSpPr>
          <p:cNvPr id="1072" name="Google Shape;1072;p38"/>
          <p:cNvSpPr txBox="1"/>
          <p:nvPr>
            <p:ph idx="1" type="body"/>
          </p:nvPr>
        </p:nvSpPr>
        <p:spPr>
          <a:xfrm>
            <a:off x="311700" y="1486475"/>
            <a:ext cx="3921900" cy="3070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Paragraph v1">
  <p:cSld name="CUSTOM_18">
    <p:bg>
      <p:bgPr>
        <a:solidFill>
          <a:schemeClr val="accent5"/>
        </a:solidFill>
      </p:bgPr>
    </p:bg>
    <p:spTree>
      <p:nvGrpSpPr>
        <p:cNvPr id="1073" name="Shape 1073"/>
        <p:cNvGrpSpPr/>
        <p:nvPr/>
      </p:nvGrpSpPr>
      <p:grpSpPr>
        <a:xfrm>
          <a:off x="0" y="0"/>
          <a:ext cx="0" cy="0"/>
          <a:chOff x="0" y="0"/>
          <a:chExt cx="0" cy="0"/>
        </a:xfrm>
      </p:grpSpPr>
      <p:grpSp>
        <p:nvGrpSpPr>
          <p:cNvPr id="1074" name="Google Shape;1074;p39"/>
          <p:cNvGrpSpPr/>
          <p:nvPr/>
        </p:nvGrpSpPr>
        <p:grpSpPr>
          <a:xfrm>
            <a:off x="-364975" y="-331724"/>
            <a:ext cx="2745900" cy="3493200"/>
            <a:chOff x="7178825" y="-1812429"/>
            <a:chExt cx="2745900" cy="3493200"/>
          </a:xfrm>
        </p:grpSpPr>
        <p:cxnSp>
          <p:nvCxnSpPr>
            <p:cNvPr id="1075" name="Google Shape;1075;p39"/>
            <p:cNvCxnSpPr/>
            <p:nvPr/>
          </p:nvCxnSpPr>
          <p:spPr>
            <a:xfrm>
              <a:off x="7459281"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76" name="Google Shape;1076;p39"/>
            <p:cNvCxnSpPr/>
            <p:nvPr/>
          </p:nvCxnSpPr>
          <p:spPr>
            <a:xfrm>
              <a:off x="7728115"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77" name="Google Shape;1077;p39"/>
            <p:cNvCxnSpPr/>
            <p:nvPr/>
          </p:nvCxnSpPr>
          <p:spPr>
            <a:xfrm>
              <a:off x="7996948"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78" name="Google Shape;1078;p39"/>
            <p:cNvCxnSpPr/>
            <p:nvPr/>
          </p:nvCxnSpPr>
          <p:spPr>
            <a:xfrm>
              <a:off x="8265782"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79" name="Google Shape;1079;p39"/>
            <p:cNvCxnSpPr/>
            <p:nvPr/>
          </p:nvCxnSpPr>
          <p:spPr>
            <a:xfrm>
              <a:off x="85346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80" name="Google Shape;1080;p39"/>
            <p:cNvCxnSpPr/>
            <p:nvPr/>
          </p:nvCxnSpPr>
          <p:spPr>
            <a:xfrm>
              <a:off x="8803449"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81" name="Google Shape;1081;p39"/>
            <p:cNvCxnSpPr/>
            <p:nvPr/>
          </p:nvCxnSpPr>
          <p:spPr>
            <a:xfrm>
              <a:off x="9072283"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82" name="Google Shape;1082;p39"/>
            <p:cNvCxnSpPr/>
            <p:nvPr/>
          </p:nvCxnSpPr>
          <p:spPr>
            <a:xfrm>
              <a:off x="93411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83" name="Google Shape;1083;p39"/>
            <p:cNvCxnSpPr/>
            <p:nvPr/>
          </p:nvCxnSpPr>
          <p:spPr>
            <a:xfrm>
              <a:off x="9609950"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084" name="Google Shape;1084;p39"/>
            <p:cNvCxnSpPr/>
            <p:nvPr/>
          </p:nvCxnSpPr>
          <p:spPr>
            <a:xfrm>
              <a:off x="8551775" y="-291802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85" name="Google Shape;1085;p39"/>
            <p:cNvCxnSpPr/>
            <p:nvPr/>
          </p:nvCxnSpPr>
          <p:spPr>
            <a:xfrm>
              <a:off x="8551775" y="-2649191"/>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86" name="Google Shape;1086;p39"/>
            <p:cNvCxnSpPr/>
            <p:nvPr/>
          </p:nvCxnSpPr>
          <p:spPr>
            <a:xfrm>
              <a:off x="8551775" y="-2380357"/>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87" name="Google Shape;1087;p39"/>
            <p:cNvCxnSpPr/>
            <p:nvPr/>
          </p:nvCxnSpPr>
          <p:spPr>
            <a:xfrm>
              <a:off x="8551775" y="-2111523"/>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88" name="Google Shape;1088;p39"/>
            <p:cNvCxnSpPr/>
            <p:nvPr/>
          </p:nvCxnSpPr>
          <p:spPr>
            <a:xfrm>
              <a:off x="8551775" y="-1842689"/>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89" name="Google Shape;1089;p39"/>
            <p:cNvCxnSpPr/>
            <p:nvPr/>
          </p:nvCxnSpPr>
          <p:spPr>
            <a:xfrm>
              <a:off x="8551775" y="-157385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90" name="Google Shape;1090;p39"/>
            <p:cNvCxnSpPr/>
            <p:nvPr/>
          </p:nvCxnSpPr>
          <p:spPr>
            <a:xfrm>
              <a:off x="8551775" y="-1305020"/>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91" name="Google Shape;1091;p39"/>
            <p:cNvCxnSpPr/>
            <p:nvPr/>
          </p:nvCxnSpPr>
          <p:spPr>
            <a:xfrm>
              <a:off x="8551775" y="-1036186"/>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92" name="Google Shape;1092;p39"/>
            <p:cNvCxnSpPr/>
            <p:nvPr/>
          </p:nvCxnSpPr>
          <p:spPr>
            <a:xfrm>
              <a:off x="8551775" y="-767352"/>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93" name="Google Shape;1093;p39"/>
            <p:cNvCxnSpPr/>
            <p:nvPr/>
          </p:nvCxnSpPr>
          <p:spPr>
            <a:xfrm>
              <a:off x="8551775" y="-498518"/>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94" name="Google Shape;1094;p39"/>
            <p:cNvCxnSpPr/>
            <p:nvPr/>
          </p:nvCxnSpPr>
          <p:spPr>
            <a:xfrm>
              <a:off x="8551775" y="-229684"/>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095" name="Google Shape;1095;p39"/>
            <p:cNvCxnSpPr/>
            <p:nvPr/>
          </p:nvCxnSpPr>
          <p:spPr>
            <a:xfrm>
              <a:off x="8551775" y="39150"/>
              <a:ext cx="0" cy="2745900"/>
            </a:xfrm>
            <a:prstGeom prst="straightConnector1">
              <a:avLst/>
            </a:prstGeom>
            <a:noFill/>
            <a:ln cap="flat" cmpd="sng" w="9525">
              <a:solidFill>
                <a:schemeClr val="lt1"/>
              </a:solidFill>
              <a:prstDash val="solid"/>
              <a:round/>
              <a:headEnd len="med" w="med" type="none"/>
              <a:tailEnd len="med" w="med" type="none"/>
            </a:ln>
          </p:spPr>
        </p:cxnSp>
      </p:grpSp>
      <p:sp>
        <p:nvSpPr>
          <p:cNvPr id="1096" name="Google Shape;1096;p39"/>
          <p:cNvSpPr/>
          <p:nvPr/>
        </p:nvSpPr>
        <p:spPr>
          <a:xfrm>
            <a:off x="388675" y="795899"/>
            <a:ext cx="8443800" cy="4029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97" name="Google Shape;1097;p39"/>
          <p:cNvSpPr/>
          <p:nvPr/>
        </p:nvSpPr>
        <p:spPr>
          <a:xfrm>
            <a:off x="311700" y="362524"/>
            <a:ext cx="8443800" cy="43734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098" name="Google Shape;1098;p39"/>
          <p:cNvSpPr txBox="1"/>
          <p:nvPr>
            <p:ph type="title"/>
          </p:nvPr>
        </p:nvSpPr>
        <p:spPr>
          <a:xfrm>
            <a:off x="608850" y="690499"/>
            <a:ext cx="7877700" cy="423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99" name="Google Shape;1099;p39"/>
          <p:cNvSpPr txBox="1"/>
          <p:nvPr>
            <p:ph idx="1" type="body"/>
          </p:nvPr>
        </p:nvSpPr>
        <p:spPr>
          <a:xfrm>
            <a:off x="608850" y="1555625"/>
            <a:ext cx="7877700" cy="3001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accent5"/>
              </a:buClr>
              <a:buSzPts val="1100"/>
              <a:buChar char="●"/>
              <a:defRPr>
                <a:solidFill>
                  <a:schemeClr val="accent5"/>
                </a:solidFill>
              </a:defRPr>
            </a:lvl1pPr>
            <a:lvl2pPr indent="-298450" lvl="1" marL="914400">
              <a:spcBef>
                <a:spcPts val="0"/>
              </a:spcBef>
              <a:spcAft>
                <a:spcPts val="0"/>
              </a:spcAft>
              <a:buClr>
                <a:schemeClr val="accent5"/>
              </a:buClr>
              <a:buSzPts val="1100"/>
              <a:buChar char="○"/>
              <a:defRPr>
                <a:solidFill>
                  <a:schemeClr val="accent5"/>
                </a:solidFill>
              </a:defRPr>
            </a:lvl2pPr>
            <a:lvl3pPr indent="-298450" lvl="2" marL="1371600">
              <a:spcBef>
                <a:spcPts val="0"/>
              </a:spcBef>
              <a:spcAft>
                <a:spcPts val="0"/>
              </a:spcAft>
              <a:buClr>
                <a:schemeClr val="accent5"/>
              </a:buClr>
              <a:buSzPts val="1100"/>
              <a:buChar char="■"/>
              <a:defRPr>
                <a:solidFill>
                  <a:schemeClr val="accent5"/>
                </a:solidFill>
              </a:defRPr>
            </a:lvl3pPr>
            <a:lvl4pPr indent="-298450" lvl="3" marL="1828800">
              <a:spcBef>
                <a:spcPts val="0"/>
              </a:spcBef>
              <a:spcAft>
                <a:spcPts val="0"/>
              </a:spcAft>
              <a:buClr>
                <a:schemeClr val="accent5"/>
              </a:buClr>
              <a:buSzPts val="1100"/>
              <a:buChar char="●"/>
              <a:defRPr>
                <a:solidFill>
                  <a:schemeClr val="accent5"/>
                </a:solidFill>
              </a:defRPr>
            </a:lvl4pPr>
            <a:lvl5pPr indent="-298450" lvl="4" marL="2286000">
              <a:spcBef>
                <a:spcPts val="0"/>
              </a:spcBef>
              <a:spcAft>
                <a:spcPts val="0"/>
              </a:spcAft>
              <a:buClr>
                <a:schemeClr val="accent5"/>
              </a:buClr>
              <a:buSzPts val="1100"/>
              <a:buChar char="○"/>
              <a:defRPr>
                <a:solidFill>
                  <a:schemeClr val="accent5"/>
                </a:solidFill>
              </a:defRPr>
            </a:lvl5pPr>
            <a:lvl6pPr indent="-298450" lvl="5" marL="2743200">
              <a:spcBef>
                <a:spcPts val="0"/>
              </a:spcBef>
              <a:spcAft>
                <a:spcPts val="0"/>
              </a:spcAft>
              <a:buClr>
                <a:schemeClr val="accent5"/>
              </a:buClr>
              <a:buSzPts val="1100"/>
              <a:buChar char="■"/>
              <a:defRPr>
                <a:solidFill>
                  <a:schemeClr val="accent5"/>
                </a:solidFill>
              </a:defRPr>
            </a:lvl6pPr>
            <a:lvl7pPr indent="-298450" lvl="6" marL="3200400">
              <a:spcBef>
                <a:spcPts val="0"/>
              </a:spcBef>
              <a:spcAft>
                <a:spcPts val="0"/>
              </a:spcAft>
              <a:buClr>
                <a:schemeClr val="accent5"/>
              </a:buClr>
              <a:buSzPts val="1100"/>
              <a:buChar char="●"/>
              <a:defRPr>
                <a:solidFill>
                  <a:schemeClr val="accent5"/>
                </a:solidFill>
              </a:defRPr>
            </a:lvl7pPr>
            <a:lvl8pPr indent="-298450" lvl="7" marL="3657600">
              <a:spcBef>
                <a:spcPts val="0"/>
              </a:spcBef>
              <a:spcAft>
                <a:spcPts val="0"/>
              </a:spcAft>
              <a:buClr>
                <a:schemeClr val="accent5"/>
              </a:buClr>
              <a:buSzPts val="1100"/>
              <a:buChar char="○"/>
              <a:defRPr>
                <a:solidFill>
                  <a:schemeClr val="accent5"/>
                </a:solidFill>
              </a:defRPr>
            </a:lvl8pPr>
            <a:lvl9pPr indent="-298450" lvl="8" marL="4114800">
              <a:spcBef>
                <a:spcPts val="0"/>
              </a:spcBef>
              <a:spcAft>
                <a:spcPts val="0"/>
              </a:spcAft>
              <a:buClr>
                <a:schemeClr val="accent5"/>
              </a:buClr>
              <a:buSzPts val="1100"/>
              <a:buChar char="■"/>
              <a:defRPr>
                <a:solidFill>
                  <a:schemeClr val="accent5"/>
                </a:solidFill>
              </a:defRPr>
            </a:lvl9pPr>
          </a:lstStyle>
          <a:p/>
        </p:txBody>
      </p:sp>
      <p:sp>
        <p:nvSpPr>
          <p:cNvPr id="1100" name="Google Shape;1100;p39"/>
          <p:cNvSpPr/>
          <p:nvPr/>
        </p:nvSpPr>
        <p:spPr>
          <a:xfrm rot="527322">
            <a:off x="8085996" y="-191869"/>
            <a:ext cx="1044565" cy="968065"/>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101" name="Google Shape;1101;p39"/>
          <p:cNvGrpSpPr/>
          <p:nvPr/>
        </p:nvGrpSpPr>
        <p:grpSpPr>
          <a:xfrm>
            <a:off x="-115513" y="4556830"/>
            <a:ext cx="1422149" cy="1422149"/>
            <a:chOff x="2645475" y="456275"/>
            <a:chExt cx="697200" cy="697200"/>
          </a:xfrm>
        </p:grpSpPr>
        <p:sp>
          <p:nvSpPr>
            <p:cNvPr id="1102" name="Google Shape;1102;p39"/>
            <p:cNvSpPr/>
            <p:nvPr/>
          </p:nvSpPr>
          <p:spPr>
            <a:xfrm>
              <a:off x="2977275" y="456275"/>
              <a:ext cx="33600" cy="69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03" name="Google Shape;1103;p39"/>
            <p:cNvSpPr/>
            <p:nvPr/>
          </p:nvSpPr>
          <p:spPr>
            <a:xfrm rot="-5400000">
              <a:off x="2977275" y="456275"/>
              <a:ext cx="33600" cy="69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04" name="Google Shape;1104;p39"/>
            <p:cNvSpPr/>
            <p:nvPr/>
          </p:nvSpPr>
          <p:spPr>
            <a:xfrm rot="-2700000">
              <a:off x="2977290" y="456299"/>
              <a:ext cx="33517" cy="697066"/>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05" name="Google Shape;1105;p39"/>
            <p:cNvSpPr/>
            <p:nvPr/>
          </p:nvSpPr>
          <p:spPr>
            <a:xfrm rot="-8100000">
              <a:off x="2977349" y="456394"/>
              <a:ext cx="33517" cy="697066"/>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06" name="Google Shape;1106;p39"/>
            <p:cNvSpPr/>
            <p:nvPr/>
          </p:nvSpPr>
          <p:spPr>
            <a:xfrm rot="-1387885">
              <a:off x="2977170" y="456436"/>
              <a:ext cx="33601" cy="697122"/>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07" name="Google Shape;1107;p39"/>
            <p:cNvSpPr/>
            <p:nvPr/>
          </p:nvSpPr>
          <p:spPr>
            <a:xfrm rot="-6787885">
              <a:off x="2977359" y="456451"/>
              <a:ext cx="33601" cy="697122"/>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08" name="Google Shape;1108;p39"/>
            <p:cNvSpPr/>
            <p:nvPr/>
          </p:nvSpPr>
          <p:spPr>
            <a:xfrm rot="-4109047">
              <a:off x="2977190" y="456337"/>
              <a:ext cx="33537" cy="69691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09" name="Google Shape;1109;p39"/>
            <p:cNvSpPr/>
            <p:nvPr/>
          </p:nvSpPr>
          <p:spPr>
            <a:xfrm rot="-9509047">
              <a:off x="2977270" y="456558"/>
              <a:ext cx="33537" cy="69691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Paragraph v2 - Image">
  <p:cSld name="CUSTOM_19">
    <p:bg>
      <p:bgPr>
        <a:solidFill>
          <a:schemeClr val="accent5"/>
        </a:solidFill>
      </p:bgPr>
    </p:bg>
    <p:spTree>
      <p:nvGrpSpPr>
        <p:cNvPr id="1110" name="Shape 1110"/>
        <p:cNvGrpSpPr/>
        <p:nvPr/>
      </p:nvGrpSpPr>
      <p:grpSpPr>
        <a:xfrm>
          <a:off x="0" y="0"/>
          <a:ext cx="0" cy="0"/>
          <a:chOff x="0" y="0"/>
          <a:chExt cx="0" cy="0"/>
        </a:xfrm>
      </p:grpSpPr>
      <p:sp>
        <p:nvSpPr>
          <p:cNvPr id="1111" name="Google Shape;1111;p40"/>
          <p:cNvSpPr/>
          <p:nvPr/>
        </p:nvSpPr>
        <p:spPr>
          <a:xfrm>
            <a:off x="-9625" y="-100"/>
            <a:ext cx="43518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112" name="Google Shape;1112;p40"/>
          <p:cNvGrpSpPr/>
          <p:nvPr/>
        </p:nvGrpSpPr>
        <p:grpSpPr>
          <a:xfrm>
            <a:off x="6239831" y="2311108"/>
            <a:ext cx="3245117" cy="3245117"/>
            <a:chOff x="2645475" y="456275"/>
            <a:chExt cx="697200" cy="697200"/>
          </a:xfrm>
        </p:grpSpPr>
        <p:sp>
          <p:nvSpPr>
            <p:cNvPr id="1113" name="Google Shape;1113;p40"/>
            <p:cNvSpPr/>
            <p:nvPr/>
          </p:nvSpPr>
          <p:spPr>
            <a:xfrm>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14" name="Google Shape;1114;p40"/>
            <p:cNvSpPr/>
            <p:nvPr/>
          </p:nvSpPr>
          <p:spPr>
            <a:xfrm rot="-5400000">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15" name="Google Shape;1115;p40"/>
            <p:cNvSpPr/>
            <p:nvPr/>
          </p:nvSpPr>
          <p:spPr>
            <a:xfrm rot="-2700000">
              <a:off x="2977290" y="456299"/>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16" name="Google Shape;1116;p40"/>
            <p:cNvSpPr/>
            <p:nvPr/>
          </p:nvSpPr>
          <p:spPr>
            <a:xfrm rot="-8100000">
              <a:off x="2977349" y="456394"/>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17" name="Google Shape;1117;p40"/>
            <p:cNvSpPr/>
            <p:nvPr/>
          </p:nvSpPr>
          <p:spPr>
            <a:xfrm rot="-1387885">
              <a:off x="2977170" y="456436"/>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18" name="Google Shape;1118;p40"/>
            <p:cNvSpPr/>
            <p:nvPr/>
          </p:nvSpPr>
          <p:spPr>
            <a:xfrm rot="-6787885">
              <a:off x="2977359" y="456451"/>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19" name="Google Shape;1119;p40"/>
            <p:cNvSpPr/>
            <p:nvPr/>
          </p:nvSpPr>
          <p:spPr>
            <a:xfrm rot="-4109047">
              <a:off x="2977190" y="456337"/>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20" name="Google Shape;1120;p40"/>
            <p:cNvSpPr/>
            <p:nvPr/>
          </p:nvSpPr>
          <p:spPr>
            <a:xfrm rot="-9509047">
              <a:off x="2977270" y="456558"/>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121" name="Google Shape;1121;p40"/>
          <p:cNvSpPr txBox="1"/>
          <p:nvPr>
            <p:ph type="title"/>
          </p:nvPr>
        </p:nvSpPr>
        <p:spPr>
          <a:xfrm>
            <a:off x="4564500" y="445025"/>
            <a:ext cx="42678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22" name="Google Shape;1122;p40"/>
          <p:cNvSpPr txBox="1"/>
          <p:nvPr>
            <p:ph idx="1" type="body"/>
          </p:nvPr>
        </p:nvSpPr>
        <p:spPr>
          <a:xfrm>
            <a:off x="4564525" y="1311700"/>
            <a:ext cx="4267800" cy="32451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23" name="Google Shape;1123;p40"/>
          <p:cNvSpPr/>
          <p:nvPr/>
        </p:nvSpPr>
        <p:spPr>
          <a:xfrm>
            <a:off x="397641" y="760532"/>
            <a:ext cx="3680100" cy="3709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24" name="Google Shape;1124;p40"/>
          <p:cNvSpPr/>
          <p:nvPr>
            <p:ph idx="2" type="pic"/>
          </p:nvPr>
        </p:nvSpPr>
        <p:spPr>
          <a:xfrm>
            <a:off x="311700" y="673775"/>
            <a:ext cx="3680100" cy="3709200"/>
          </a:xfrm>
          <a:prstGeom prst="rect">
            <a:avLst/>
          </a:prstGeom>
          <a:noFill/>
          <a:ln cap="flat" cmpd="sng" w="19050">
            <a:solidFill>
              <a:srgbClr val="000000"/>
            </a:solidFill>
            <a:prstDash val="solid"/>
            <a:round/>
            <a:headEnd len="sm" w="sm" type="none"/>
            <a:tailEnd len="sm" w="sm" type="none"/>
          </a:ln>
        </p:spPr>
      </p:sp>
      <p:grpSp>
        <p:nvGrpSpPr>
          <p:cNvPr id="1125" name="Google Shape;1125;p40"/>
          <p:cNvGrpSpPr/>
          <p:nvPr/>
        </p:nvGrpSpPr>
        <p:grpSpPr>
          <a:xfrm>
            <a:off x="-272800" y="-285750"/>
            <a:ext cx="849600" cy="697200"/>
            <a:chOff x="489200" y="476250"/>
            <a:chExt cx="849600" cy="697200"/>
          </a:xfrm>
        </p:grpSpPr>
        <p:sp>
          <p:nvSpPr>
            <p:cNvPr id="1126" name="Google Shape;1126;p40"/>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27" name="Google Shape;1127;p40"/>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28" name="Google Shape;1128;p40"/>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29" name="Google Shape;1129;p40"/>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0" name="Google Shape;1130;p40"/>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1" name="Google Shape;1131;p40"/>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2" name="Google Shape;1132;p40"/>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3" name="Google Shape;1133;p40"/>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4" name="Google Shape;1134;p40"/>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5" name="Google Shape;1135;p40"/>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6" name="Google Shape;1136;p40"/>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7" name="Google Shape;1137;p40"/>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8" name="Google Shape;1138;p40"/>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39" name="Google Shape;1139;p40"/>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0" name="Google Shape;1140;p40"/>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1" name="Google Shape;1141;p40"/>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2" name="Google Shape;1142;p40"/>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3" name="Google Shape;1143;p40"/>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4" name="Google Shape;1144;p40"/>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5" name="Google Shape;1145;p40"/>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6" name="Google Shape;1146;p40"/>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7" name="Google Shape;1147;p40"/>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8" name="Google Shape;1148;p40"/>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49" name="Google Shape;1149;p40"/>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50" name="Google Shape;1150;p40"/>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51" name="Google Shape;1151;p40"/>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52" name="Google Shape;1152;p40"/>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53" name="Google Shape;1153;p40"/>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54" name="Google Shape;1154;p40"/>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55" name="Google Shape;1155;p40"/>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156" name="Google Shape;1156;p40"/>
          <p:cNvGrpSpPr/>
          <p:nvPr/>
        </p:nvGrpSpPr>
        <p:grpSpPr>
          <a:xfrm>
            <a:off x="-167565" y="4672786"/>
            <a:ext cx="697259" cy="697259"/>
            <a:chOff x="2421225" y="305100"/>
            <a:chExt cx="1684200" cy="1684200"/>
          </a:xfrm>
        </p:grpSpPr>
        <p:sp>
          <p:nvSpPr>
            <p:cNvPr id="1157" name="Google Shape;1157;p40"/>
            <p:cNvSpPr/>
            <p:nvPr/>
          </p:nvSpPr>
          <p:spPr>
            <a:xfrm rot="-5400000">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158" name="Google Shape;1158;p40"/>
            <p:cNvSpPr/>
            <p:nvPr/>
          </p:nvSpPr>
          <p:spPr>
            <a:xfrm>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159" name="Google Shape;1159;p40"/>
            <p:cNvSpPr/>
            <p:nvPr/>
          </p:nvSpPr>
          <p:spPr>
            <a:xfrm rot="-8100000">
              <a:off x="3039778" y="304985"/>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160" name="Google Shape;1160;p40"/>
            <p:cNvSpPr/>
            <p:nvPr/>
          </p:nvSpPr>
          <p:spPr>
            <a:xfrm rot="-2700000">
              <a:off x="3039689" y="305076"/>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paragraphs">
  <p:cSld name="CUSTOM_20">
    <p:bg>
      <p:bgPr>
        <a:solidFill>
          <a:schemeClr val="accent5"/>
        </a:solidFill>
      </p:bgPr>
    </p:bg>
    <p:spTree>
      <p:nvGrpSpPr>
        <p:cNvPr id="1161" name="Shape 1161"/>
        <p:cNvGrpSpPr/>
        <p:nvPr/>
      </p:nvGrpSpPr>
      <p:grpSpPr>
        <a:xfrm>
          <a:off x="0" y="0"/>
          <a:ext cx="0" cy="0"/>
          <a:chOff x="0" y="0"/>
          <a:chExt cx="0" cy="0"/>
        </a:xfrm>
      </p:grpSpPr>
      <p:sp>
        <p:nvSpPr>
          <p:cNvPr id="1162" name="Google Shape;1162;p41"/>
          <p:cNvSpPr/>
          <p:nvPr/>
        </p:nvSpPr>
        <p:spPr>
          <a:xfrm>
            <a:off x="-63500" y="1324200"/>
            <a:ext cx="9257400" cy="3819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63" name="Google Shape;1163;p41"/>
          <p:cNvSpPr txBox="1"/>
          <p:nvPr>
            <p:ph type="title"/>
          </p:nvPr>
        </p:nvSpPr>
        <p:spPr>
          <a:xfrm>
            <a:off x="311700" y="404700"/>
            <a:ext cx="84243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64" name="Google Shape;1164;p41"/>
          <p:cNvSpPr txBox="1"/>
          <p:nvPr>
            <p:ph idx="1" type="body"/>
          </p:nvPr>
        </p:nvSpPr>
        <p:spPr>
          <a:xfrm>
            <a:off x="311700" y="1578925"/>
            <a:ext cx="2498700" cy="2857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65" name="Google Shape;1165;p41"/>
          <p:cNvSpPr/>
          <p:nvPr/>
        </p:nvSpPr>
        <p:spPr>
          <a:xfrm>
            <a:off x="-163450" y="4665300"/>
            <a:ext cx="752400" cy="697200"/>
          </a:xfrm>
          <a:prstGeom prst="star8">
            <a:avLst>
              <a:gd fmla="val 3011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66" name="Google Shape;1166;p41"/>
          <p:cNvSpPr txBox="1"/>
          <p:nvPr>
            <p:ph idx="2" type="body"/>
          </p:nvPr>
        </p:nvSpPr>
        <p:spPr>
          <a:xfrm>
            <a:off x="6282075" y="1578925"/>
            <a:ext cx="2498700" cy="2857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67" name="Google Shape;1167;p41"/>
          <p:cNvSpPr txBox="1"/>
          <p:nvPr>
            <p:ph idx="3" type="body"/>
          </p:nvPr>
        </p:nvSpPr>
        <p:spPr>
          <a:xfrm>
            <a:off x="3296888" y="1578925"/>
            <a:ext cx="2498700" cy="2857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1168" name="Google Shape;1168;p41"/>
          <p:cNvGrpSpPr/>
          <p:nvPr/>
        </p:nvGrpSpPr>
        <p:grpSpPr>
          <a:xfrm>
            <a:off x="8414000" y="-285750"/>
            <a:ext cx="849600" cy="697200"/>
            <a:chOff x="489200" y="476250"/>
            <a:chExt cx="849600" cy="697200"/>
          </a:xfrm>
        </p:grpSpPr>
        <p:sp>
          <p:nvSpPr>
            <p:cNvPr id="1169" name="Google Shape;1169;p41"/>
            <p:cNvSpPr/>
            <p:nvPr/>
          </p:nvSpPr>
          <p:spPr>
            <a:xfrm>
              <a:off x="489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0" name="Google Shape;1170;p41"/>
            <p:cNvSpPr/>
            <p:nvPr/>
          </p:nvSpPr>
          <p:spPr>
            <a:xfrm>
              <a:off x="6416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1" name="Google Shape;1171;p41"/>
            <p:cNvSpPr/>
            <p:nvPr/>
          </p:nvSpPr>
          <p:spPr>
            <a:xfrm>
              <a:off x="7940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2" name="Google Shape;1172;p41"/>
            <p:cNvSpPr/>
            <p:nvPr/>
          </p:nvSpPr>
          <p:spPr>
            <a:xfrm>
              <a:off x="9464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3" name="Google Shape;1173;p41"/>
            <p:cNvSpPr/>
            <p:nvPr/>
          </p:nvSpPr>
          <p:spPr>
            <a:xfrm>
              <a:off x="10988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4" name="Google Shape;1174;p41"/>
            <p:cNvSpPr/>
            <p:nvPr/>
          </p:nvSpPr>
          <p:spPr>
            <a:xfrm>
              <a:off x="1251200" y="4762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5" name="Google Shape;1175;p41"/>
            <p:cNvSpPr/>
            <p:nvPr/>
          </p:nvSpPr>
          <p:spPr>
            <a:xfrm>
              <a:off x="489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6" name="Google Shape;1176;p41"/>
            <p:cNvSpPr/>
            <p:nvPr/>
          </p:nvSpPr>
          <p:spPr>
            <a:xfrm>
              <a:off x="6416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7" name="Google Shape;1177;p41"/>
            <p:cNvSpPr/>
            <p:nvPr/>
          </p:nvSpPr>
          <p:spPr>
            <a:xfrm>
              <a:off x="7940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8" name="Google Shape;1178;p41"/>
            <p:cNvSpPr/>
            <p:nvPr/>
          </p:nvSpPr>
          <p:spPr>
            <a:xfrm>
              <a:off x="9464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79" name="Google Shape;1179;p41"/>
            <p:cNvSpPr/>
            <p:nvPr/>
          </p:nvSpPr>
          <p:spPr>
            <a:xfrm>
              <a:off x="10988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0" name="Google Shape;1180;p41"/>
            <p:cNvSpPr/>
            <p:nvPr/>
          </p:nvSpPr>
          <p:spPr>
            <a:xfrm>
              <a:off x="1251200" y="6286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1" name="Google Shape;1181;p41"/>
            <p:cNvSpPr/>
            <p:nvPr/>
          </p:nvSpPr>
          <p:spPr>
            <a:xfrm>
              <a:off x="489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2" name="Google Shape;1182;p41"/>
            <p:cNvSpPr/>
            <p:nvPr/>
          </p:nvSpPr>
          <p:spPr>
            <a:xfrm>
              <a:off x="6416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3" name="Google Shape;1183;p41"/>
            <p:cNvSpPr/>
            <p:nvPr/>
          </p:nvSpPr>
          <p:spPr>
            <a:xfrm>
              <a:off x="7940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4" name="Google Shape;1184;p41"/>
            <p:cNvSpPr/>
            <p:nvPr/>
          </p:nvSpPr>
          <p:spPr>
            <a:xfrm>
              <a:off x="9464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5" name="Google Shape;1185;p41"/>
            <p:cNvSpPr/>
            <p:nvPr/>
          </p:nvSpPr>
          <p:spPr>
            <a:xfrm>
              <a:off x="10988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6" name="Google Shape;1186;p41"/>
            <p:cNvSpPr/>
            <p:nvPr/>
          </p:nvSpPr>
          <p:spPr>
            <a:xfrm>
              <a:off x="1251200" y="7810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7" name="Google Shape;1187;p41"/>
            <p:cNvSpPr/>
            <p:nvPr/>
          </p:nvSpPr>
          <p:spPr>
            <a:xfrm>
              <a:off x="489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8" name="Google Shape;1188;p41"/>
            <p:cNvSpPr/>
            <p:nvPr/>
          </p:nvSpPr>
          <p:spPr>
            <a:xfrm>
              <a:off x="6416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89" name="Google Shape;1189;p41"/>
            <p:cNvSpPr/>
            <p:nvPr/>
          </p:nvSpPr>
          <p:spPr>
            <a:xfrm>
              <a:off x="7940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0" name="Google Shape;1190;p41"/>
            <p:cNvSpPr/>
            <p:nvPr/>
          </p:nvSpPr>
          <p:spPr>
            <a:xfrm>
              <a:off x="9464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1" name="Google Shape;1191;p41"/>
            <p:cNvSpPr/>
            <p:nvPr/>
          </p:nvSpPr>
          <p:spPr>
            <a:xfrm>
              <a:off x="10988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2" name="Google Shape;1192;p41"/>
            <p:cNvSpPr/>
            <p:nvPr/>
          </p:nvSpPr>
          <p:spPr>
            <a:xfrm>
              <a:off x="1251200" y="9334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3" name="Google Shape;1193;p41"/>
            <p:cNvSpPr/>
            <p:nvPr/>
          </p:nvSpPr>
          <p:spPr>
            <a:xfrm>
              <a:off x="489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4" name="Google Shape;1194;p41"/>
            <p:cNvSpPr/>
            <p:nvPr/>
          </p:nvSpPr>
          <p:spPr>
            <a:xfrm>
              <a:off x="6416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5" name="Google Shape;1195;p41"/>
            <p:cNvSpPr/>
            <p:nvPr/>
          </p:nvSpPr>
          <p:spPr>
            <a:xfrm>
              <a:off x="7940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6" name="Google Shape;1196;p41"/>
            <p:cNvSpPr/>
            <p:nvPr/>
          </p:nvSpPr>
          <p:spPr>
            <a:xfrm>
              <a:off x="9464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7" name="Google Shape;1197;p41"/>
            <p:cNvSpPr/>
            <p:nvPr/>
          </p:nvSpPr>
          <p:spPr>
            <a:xfrm>
              <a:off x="10988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198" name="Google Shape;1198;p41"/>
            <p:cNvSpPr/>
            <p:nvPr/>
          </p:nvSpPr>
          <p:spPr>
            <a:xfrm>
              <a:off x="1251200" y="1085850"/>
              <a:ext cx="87600" cy="87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4 key metrics v2">
  <p:cSld name="CUSTOM_21">
    <p:bg>
      <p:bgPr>
        <a:solidFill>
          <a:schemeClr val="accent5"/>
        </a:solidFill>
      </p:bgPr>
    </p:bg>
    <p:spTree>
      <p:nvGrpSpPr>
        <p:cNvPr id="1199" name="Shape 1199"/>
        <p:cNvGrpSpPr/>
        <p:nvPr/>
      </p:nvGrpSpPr>
      <p:grpSpPr>
        <a:xfrm>
          <a:off x="0" y="0"/>
          <a:ext cx="0" cy="0"/>
          <a:chOff x="0" y="0"/>
          <a:chExt cx="0" cy="0"/>
        </a:xfrm>
      </p:grpSpPr>
      <p:sp>
        <p:nvSpPr>
          <p:cNvPr id="1200" name="Google Shape;1200;p4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01" name="Google Shape;1201;p42"/>
          <p:cNvSpPr/>
          <p:nvPr/>
        </p:nvSpPr>
        <p:spPr>
          <a:xfrm>
            <a:off x="-6325" y="3452725"/>
            <a:ext cx="9144000" cy="16908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02" name="Google Shape;1202;p42"/>
          <p:cNvSpPr/>
          <p:nvPr/>
        </p:nvSpPr>
        <p:spPr>
          <a:xfrm>
            <a:off x="327413" y="1784875"/>
            <a:ext cx="1969500" cy="2728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03" name="Google Shape;1203;p42"/>
          <p:cNvSpPr/>
          <p:nvPr/>
        </p:nvSpPr>
        <p:spPr>
          <a:xfrm>
            <a:off x="2500638" y="1784875"/>
            <a:ext cx="1969500" cy="2728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04" name="Google Shape;1204;p42"/>
          <p:cNvSpPr/>
          <p:nvPr/>
        </p:nvSpPr>
        <p:spPr>
          <a:xfrm>
            <a:off x="4673863" y="1784875"/>
            <a:ext cx="1969500" cy="2728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05" name="Google Shape;1205;p42"/>
          <p:cNvSpPr/>
          <p:nvPr/>
        </p:nvSpPr>
        <p:spPr>
          <a:xfrm>
            <a:off x="6847088" y="1784875"/>
            <a:ext cx="1969500" cy="2728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06" name="Google Shape;1206;p42"/>
          <p:cNvSpPr txBox="1"/>
          <p:nvPr>
            <p:ph idx="1" type="subTitle"/>
          </p:nvPr>
        </p:nvSpPr>
        <p:spPr>
          <a:xfrm>
            <a:off x="506975" y="2329650"/>
            <a:ext cx="16104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207" name="Google Shape;1207;p42"/>
          <p:cNvSpPr txBox="1"/>
          <p:nvPr>
            <p:ph idx="2" type="body"/>
          </p:nvPr>
        </p:nvSpPr>
        <p:spPr>
          <a:xfrm>
            <a:off x="506975" y="3033400"/>
            <a:ext cx="16104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08" name="Google Shape;1208;p42"/>
          <p:cNvSpPr txBox="1"/>
          <p:nvPr>
            <p:ph idx="3" type="subTitle"/>
          </p:nvPr>
        </p:nvSpPr>
        <p:spPr>
          <a:xfrm>
            <a:off x="2680200" y="2329650"/>
            <a:ext cx="16104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209" name="Google Shape;1209;p42"/>
          <p:cNvSpPr txBox="1"/>
          <p:nvPr>
            <p:ph idx="4" type="body"/>
          </p:nvPr>
        </p:nvSpPr>
        <p:spPr>
          <a:xfrm>
            <a:off x="2680200" y="3033400"/>
            <a:ext cx="16104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10" name="Google Shape;1210;p42"/>
          <p:cNvSpPr txBox="1"/>
          <p:nvPr>
            <p:ph idx="5" type="subTitle"/>
          </p:nvPr>
        </p:nvSpPr>
        <p:spPr>
          <a:xfrm>
            <a:off x="4853425" y="2329650"/>
            <a:ext cx="16104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211" name="Google Shape;1211;p42"/>
          <p:cNvSpPr txBox="1"/>
          <p:nvPr>
            <p:ph idx="6" type="body"/>
          </p:nvPr>
        </p:nvSpPr>
        <p:spPr>
          <a:xfrm>
            <a:off x="4853425" y="3033400"/>
            <a:ext cx="16104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12" name="Google Shape;1212;p42"/>
          <p:cNvSpPr txBox="1"/>
          <p:nvPr>
            <p:ph idx="7" type="subTitle"/>
          </p:nvPr>
        </p:nvSpPr>
        <p:spPr>
          <a:xfrm>
            <a:off x="7026650" y="2329650"/>
            <a:ext cx="16104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213" name="Google Shape;1213;p42"/>
          <p:cNvSpPr txBox="1"/>
          <p:nvPr>
            <p:ph idx="8" type="body"/>
          </p:nvPr>
        </p:nvSpPr>
        <p:spPr>
          <a:xfrm>
            <a:off x="7026650" y="3033400"/>
            <a:ext cx="16104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1214" name="Google Shape;1214;p42"/>
          <p:cNvGrpSpPr/>
          <p:nvPr/>
        </p:nvGrpSpPr>
        <p:grpSpPr>
          <a:xfrm>
            <a:off x="7321735" y="476261"/>
            <a:ext cx="697259" cy="697259"/>
            <a:chOff x="2421225" y="305100"/>
            <a:chExt cx="1684200" cy="1684200"/>
          </a:xfrm>
        </p:grpSpPr>
        <p:sp>
          <p:nvSpPr>
            <p:cNvPr id="1215" name="Google Shape;1215;p42"/>
            <p:cNvSpPr/>
            <p:nvPr/>
          </p:nvSpPr>
          <p:spPr>
            <a:xfrm rot="-5400000">
              <a:off x="3039675" y="305100"/>
              <a:ext cx="447300" cy="168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16" name="Google Shape;1216;p42"/>
            <p:cNvSpPr/>
            <p:nvPr/>
          </p:nvSpPr>
          <p:spPr>
            <a:xfrm>
              <a:off x="3039675" y="305100"/>
              <a:ext cx="447300" cy="168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17" name="Google Shape;1217;p42"/>
            <p:cNvSpPr/>
            <p:nvPr/>
          </p:nvSpPr>
          <p:spPr>
            <a:xfrm rot="-8100000">
              <a:off x="3039778" y="304985"/>
              <a:ext cx="447174" cy="1684328"/>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18" name="Google Shape;1218;p42"/>
            <p:cNvSpPr/>
            <p:nvPr/>
          </p:nvSpPr>
          <p:spPr>
            <a:xfrm rot="-2700000">
              <a:off x="3039689" y="305076"/>
              <a:ext cx="447174" cy="1684328"/>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219" name="Google Shape;1219;p42"/>
          <p:cNvSpPr/>
          <p:nvPr/>
        </p:nvSpPr>
        <p:spPr>
          <a:xfrm>
            <a:off x="207275" y="1671598"/>
            <a:ext cx="299700" cy="277800"/>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20" name="Google Shape;1220;p42"/>
          <p:cNvSpPr/>
          <p:nvPr/>
        </p:nvSpPr>
        <p:spPr>
          <a:xfrm>
            <a:off x="2380500" y="1671598"/>
            <a:ext cx="299700" cy="277800"/>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21" name="Google Shape;1221;p42"/>
          <p:cNvSpPr/>
          <p:nvPr/>
        </p:nvSpPr>
        <p:spPr>
          <a:xfrm>
            <a:off x="4553725" y="1671598"/>
            <a:ext cx="299700" cy="277800"/>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22" name="Google Shape;1222;p42"/>
          <p:cNvSpPr/>
          <p:nvPr/>
        </p:nvSpPr>
        <p:spPr>
          <a:xfrm>
            <a:off x="6726950" y="1671611"/>
            <a:ext cx="299700" cy="277800"/>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4 key metrics v3">
  <p:cSld name="CUSTOM_22">
    <p:bg>
      <p:bgPr>
        <a:solidFill>
          <a:schemeClr val="lt2"/>
        </a:solidFill>
      </p:bgPr>
    </p:bg>
    <p:spTree>
      <p:nvGrpSpPr>
        <p:cNvPr id="1223" name="Shape 1223"/>
        <p:cNvGrpSpPr/>
        <p:nvPr/>
      </p:nvGrpSpPr>
      <p:grpSpPr>
        <a:xfrm>
          <a:off x="0" y="0"/>
          <a:ext cx="0" cy="0"/>
          <a:chOff x="0" y="0"/>
          <a:chExt cx="0" cy="0"/>
        </a:xfrm>
      </p:grpSpPr>
      <p:sp>
        <p:nvSpPr>
          <p:cNvPr id="1224" name="Google Shape;1224;p43"/>
          <p:cNvSpPr/>
          <p:nvPr/>
        </p:nvSpPr>
        <p:spPr>
          <a:xfrm>
            <a:off x="-63500" y="1324200"/>
            <a:ext cx="9257400" cy="3819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25" name="Google Shape;1225;p43"/>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26" name="Google Shape;1226;p43"/>
          <p:cNvSpPr txBox="1"/>
          <p:nvPr>
            <p:ph idx="1" type="subTitle"/>
          </p:nvPr>
        </p:nvSpPr>
        <p:spPr>
          <a:xfrm>
            <a:off x="506975" y="1933531"/>
            <a:ext cx="1610400" cy="484200"/>
          </a:xfrm>
          <a:prstGeom prst="rect">
            <a:avLst/>
          </a:prstGeom>
        </p:spPr>
        <p:txBody>
          <a:bodyPr anchorCtr="0" anchor="ctr" bIns="0" lIns="0" spcFirstLastPara="1" rIns="0" wrap="square" tIns="0">
            <a:noAutofit/>
          </a:bodyPr>
          <a:lstStyle>
            <a:lvl1pPr lvl="0">
              <a:spcBef>
                <a:spcPts val="0"/>
              </a:spcBef>
              <a:spcAft>
                <a:spcPts val="0"/>
              </a:spcAft>
              <a:buClr>
                <a:schemeClr val="accent6"/>
              </a:buClr>
              <a:buSzPts val="1800"/>
              <a:buNone/>
              <a:defRPr sz="1800">
                <a:solidFill>
                  <a:schemeClr val="accent6"/>
                </a:solidFill>
              </a:defRPr>
            </a:lvl1pPr>
            <a:lvl2pPr lvl="1">
              <a:spcBef>
                <a:spcPts val="0"/>
              </a:spcBef>
              <a:spcAft>
                <a:spcPts val="0"/>
              </a:spcAft>
              <a:buClr>
                <a:schemeClr val="accent6"/>
              </a:buClr>
              <a:buSzPts val="1800"/>
              <a:buNone/>
              <a:defRPr sz="1800">
                <a:solidFill>
                  <a:schemeClr val="accent6"/>
                </a:solidFill>
              </a:defRPr>
            </a:lvl2pPr>
            <a:lvl3pPr lvl="2">
              <a:spcBef>
                <a:spcPts val="0"/>
              </a:spcBef>
              <a:spcAft>
                <a:spcPts val="0"/>
              </a:spcAft>
              <a:buClr>
                <a:schemeClr val="accent6"/>
              </a:buClr>
              <a:buSzPts val="1800"/>
              <a:buNone/>
              <a:defRPr sz="1800">
                <a:solidFill>
                  <a:schemeClr val="accent6"/>
                </a:solidFill>
              </a:defRPr>
            </a:lvl3pPr>
            <a:lvl4pPr lvl="3">
              <a:spcBef>
                <a:spcPts val="0"/>
              </a:spcBef>
              <a:spcAft>
                <a:spcPts val="0"/>
              </a:spcAft>
              <a:buClr>
                <a:schemeClr val="accent6"/>
              </a:buClr>
              <a:buSzPts val="1800"/>
              <a:buNone/>
              <a:defRPr sz="1800">
                <a:solidFill>
                  <a:schemeClr val="accent6"/>
                </a:solidFill>
              </a:defRPr>
            </a:lvl4pPr>
            <a:lvl5pPr lvl="4">
              <a:spcBef>
                <a:spcPts val="0"/>
              </a:spcBef>
              <a:spcAft>
                <a:spcPts val="0"/>
              </a:spcAft>
              <a:buClr>
                <a:schemeClr val="accent6"/>
              </a:buClr>
              <a:buSzPts val="1800"/>
              <a:buNone/>
              <a:defRPr sz="1800">
                <a:solidFill>
                  <a:schemeClr val="accent6"/>
                </a:solidFill>
              </a:defRPr>
            </a:lvl5pPr>
            <a:lvl6pPr lvl="5">
              <a:spcBef>
                <a:spcPts val="0"/>
              </a:spcBef>
              <a:spcAft>
                <a:spcPts val="0"/>
              </a:spcAft>
              <a:buClr>
                <a:schemeClr val="accent6"/>
              </a:buClr>
              <a:buSzPts val="1800"/>
              <a:buNone/>
              <a:defRPr sz="1800">
                <a:solidFill>
                  <a:schemeClr val="accent6"/>
                </a:solidFill>
              </a:defRPr>
            </a:lvl6pPr>
            <a:lvl7pPr lvl="6">
              <a:spcBef>
                <a:spcPts val="0"/>
              </a:spcBef>
              <a:spcAft>
                <a:spcPts val="0"/>
              </a:spcAft>
              <a:buClr>
                <a:schemeClr val="accent6"/>
              </a:buClr>
              <a:buSzPts val="1800"/>
              <a:buNone/>
              <a:defRPr sz="1800">
                <a:solidFill>
                  <a:schemeClr val="accent6"/>
                </a:solidFill>
              </a:defRPr>
            </a:lvl7pPr>
            <a:lvl8pPr lvl="7">
              <a:spcBef>
                <a:spcPts val="0"/>
              </a:spcBef>
              <a:spcAft>
                <a:spcPts val="0"/>
              </a:spcAft>
              <a:buClr>
                <a:schemeClr val="accent6"/>
              </a:buClr>
              <a:buSzPts val="1800"/>
              <a:buNone/>
              <a:defRPr sz="1800">
                <a:solidFill>
                  <a:schemeClr val="accent6"/>
                </a:solidFill>
              </a:defRPr>
            </a:lvl8pPr>
            <a:lvl9pPr lvl="8">
              <a:spcBef>
                <a:spcPts val="0"/>
              </a:spcBef>
              <a:spcAft>
                <a:spcPts val="0"/>
              </a:spcAft>
              <a:buClr>
                <a:schemeClr val="accent6"/>
              </a:buClr>
              <a:buSzPts val="1800"/>
              <a:buNone/>
              <a:defRPr sz="1800">
                <a:solidFill>
                  <a:schemeClr val="accent6"/>
                </a:solidFill>
              </a:defRPr>
            </a:lvl9pPr>
          </a:lstStyle>
          <a:p/>
        </p:txBody>
      </p:sp>
      <p:sp>
        <p:nvSpPr>
          <p:cNvPr id="1227" name="Google Shape;1227;p43"/>
          <p:cNvSpPr txBox="1"/>
          <p:nvPr>
            <p:ph idx="2" type="body"/>
          </p:nvPr>
        </p:nvSpPr>
        <p:spPr>
          <a:xfrm>
            <a:off x="506975" y="3033400"/>
            <a:ext cx="1610400" cy="1261500"/>
          </a:xfrm>
          <a:prstGeom prst="rect">
            <a:avLst/>
          </a:prstGeom>
        </p:spPr>
        <p:txBody>
          <a:bodyPr anchorCtr="0" anchor="t" bIns="0" lIns="0" spcFirstLastPara="1" rIns="0" wrap="square" tIns="0">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28" name="Google Shape;1228;p43"/>
          <p:cNvSpPr txBox="1"/>
          <p:nvPr>
            <p:ph idx="3" type="subTitle"/>
          </p:nvPr>
        </p:nvSpPr>
        <p:spPr>
          <a:xfrm>
            <a:off x="2680200" y="1933531"/>
            <a:ext cx="1610400" cy="484200"/>
          </a:xfrm>
          <a:prstGeom prst="rect">
            <a:avLst/>
          </a:prstGeom>
        </p:spPr>
        <p:txBody>
          <a:bodyPr anchorCtr="0" anchor="ctr" bIns="0" lIns="0" spcFirstLastPara="1" rIns="0" wrap="square" tIns="0">
            <a:noAutofit/>
          </a:bodyPr>
          <a:lstStyle>
            <a:lvl1pPr lvl="0">
              <a:spcBef>
                <a:spcPts val="0"/>
              </a:spcBef>
              <a:spcAft>
                <a:spcPts val="0"/>
              </a:spcAft>
              <a:buClr>
                <a:schemeClr val="accent6"/>
              </a:buClr>
              <a:buSzPts val="1800"/>
              <a:buNone/>
              <a:defRPr sz="1800">
                <a:solidFill>
                  <a:schemeClr val="accent6"/>
                </a:solidFill>
              </a:defRPr>
            </a:lvl1pPr>
            <a:lvl2pPr lvl="1">
              <a:spcBef>
                <a:spcPts val="0"/>
              </a:spcBef>
              <a:spcAft>
                <a:spcPts val="0"/>
              </a:spcAft>
              <a:buClr>
                <a:schemeClr val="accent6"/>
              </a:buClr>
              <a:buSzPts val="1800"/>
              <a:buNone/>
              <a:defRPr sz="1800">
                <a:solidFill>
                  <a:schemeClr val="accent6"/>
                </a:solidFill>
              </a:defRPr>
            </a:lvl2pPr>
            <a:lvl3pPr lvl="2">
              <a:spcBef>
                <a:spcPts val="0"/>
              </a:spcBef>
              <a:spcAft>
                <a:spcPts val="0"/>
              </a:spcAft>
              <a:buClr>
                <a:schemeClr val="accent6"/>
              </a:buClr>
              <a:buSzPts val="1800"/>
              <a:buNone/>
              <a:defRPr sz="1800">
                <a:solidFill>
                  <a:schemeClr val="accent6"/>
                </a:solidFill>
              </a:defRPr>
            </a:lvl3pPr>
            <a:lvl4pPr lvl="3">
              <a:spcBef>
                <a:spcPts val="0"/>
              </a:spcBef>
              <a:spcAft>
                <a:spcPts val="0"/>
              </a:spcAft>
              <a:buClr>
                <a:schemeClr val="accent6"/>
              </a:buClr>
              <a:buSzPts val="1800"/>
              <a:buNone/>
              <a:defRPr sz="1800">
                <a:solidFill>
                  <a:schemeClr val="accent6"/>
                </a:solidFill>
              </a:defRPr>
            </a:lvl4pPr>
            <a:lvl5pPr lvl="4">
              <a:spcBef>
                <a:spcPts val="0"/>
              </a:spcBef>
              <a:spcAft>
                <a:spcPts val="0"/>
              </a:spcAft>
              <a:buClr>
                <a:schemeClr val="accent6"/>
              </a:buClr>
              <a:buSzPts val="1800"/>
              <a:buNone/>
              <a:defRPr sz="1800">
                <a:solidFill>
                  <a:schemeClr val="accent6"/>
                </a:solidFill>
              </a:defRPr>
            </a:lvl5pPr>
            <a:lvl6pPr lvl="5">
              <a:spcBef>
                <a:spcPts val="0"/>
              </a:spcBef>
              <a:spcAft>
                <a:spcPts val="0"/>
              </a:spcAft>
              <a:buClr>
                <a:schemeClr val="accent6"/>
              </a:buClr>
              <a:buSzPts val="1800"/>
              <a:buNone/>
              <a:defRPr sz="1800">
                <a:solidFill>
                  <a:schemeClr val="accent6"/>
                </a:solidFill>
              </a:defRPr>
            </a:lvl6pPr>
            <a:lvl7pPr lvl="6">
              <a:spcBef>
                <a:spcPts val="0"/>
              </a:spcBef>
              <a:spcAft>
                <a:spcPts val="0"/>
              </a:spcAft>
              <a:buClr>
                <a:schemeClr val="accent6"/>
              </a:buClr>
              <a:buSzPts val="1800"/>
              <a:buNone/>
              <a:defRPr sz="1800">
                <a:solidFill>
                  <a:schemeClr val="accent6"/>
                </a:solidFill>
              </a:defRPr>
            </a:lvl7pPr>
            <a:lvl8pPr lvl="7">
              <a:spcBef>
                <a:spcPts val="0"/>
              </a:spcBef>
              <a:spcAft>
                <a:spcPts val="0"/>
              </a:spcAft>
              <a:buClr>
                <a:schemeClr val="accent6"/>
              </a:buClr>
              <a:buSzPts val="1800"/>
              <a:buNone/>
              <a:defRPr sz="1800">
                <a:solidFill>
                  <a:schemeClr val="accent6"/>
                </a:solidFill>
              </a:defRPr>
            </a:lvl8pPr>
            <a:lvl9pPr lvl="8">
              <a:spcBef>
                <a:spcPts val="0"/>
              </a:spcBef>
              <a:spcAft>
                <a:spcPts val="0"/>
              </a:spcAft>
              <a:buClr>
                <a:schemeClr val="accent6"/>
              </a:buClr>
              <a:buSzPts val="1800"/>
              <a:buNone/>
              <a:defRPr sz="1800">
                <a:solidFill>
                  <a:schemeClr val="accent6"/>
                </a:solidFill>
              </a:defRPr>
            </a:lvl9pPr>
          </a:lstStyle>
          <a:p/>
        </p:txBody>
      </p:sp>
      <p:sp>
        <p:nvSpPr>
          <p:cNvPr id="1229" name="Google Shape;1229;p43"/>
          <p:cNvSpPr txBox="1"/>
          <p:nvPr>
            <p:ph idx="4" type="body"/>
          </p:nvPr>
        </p:nvSpPr>
        <p:spPr>
          <a:xfrm>
            <a:off x="2680200" y="3033400"/>
            <a:ext cx="1610400" cy="1261500"/>
          </a:xfrm>
          <a:prstGeom prst="rect">
            <a:avLst/>
          </a:prstGeom>
        </p:spPr>
        <p:txBody>
          <a:bodyPr anchorCtr="0" anchor="t" bIns="0" lIns="0" spcFirstLastPara="1" rIns="0" wrap="square" tIns="0">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30" name="Google Shape;1230;p43"/>
          <p:cNvSpPr txBox="1"/>
          <p:nvPr>
            <p:ph idx="5" type="subTitle"/>
          </p:nvPr>
        </p:nvSpPr>
        <p:spPr>
          <a:xfrm>
            <a:off x="4853425" y="1933531"/>
            <a:ext cx="1610400" cy="484200"/>
          </a:xfrm>
          <a:prstGeom prst="rect">
            <a:avLst/>
          </a:prstGeom>
        </p:spPr>
        <p:txBody>
          <a:bodyPr anchorCtr="0" anchor="ctr" bIns="0" lIns="0" spcFirstLastPara="1" rIns="0" wrap="square" tIns="0">
            <a:noAutofit/>
          </a:bodyPr>
          <a:lstStyle>
            <a:lvl1pPr lvl="0">
              <a:spcBef>
                <a:spcPts val="0"/>
              </a:spcBef>
              <a:spcAft>
                <a:spcPts val="0"/>
              </a:spcAft>
              <a:buClr>
                <a:schemeClr val="accent6"/>
              </a:buClr>
              <a:buSzPts val="1800"/>
              <a:buNone/>
              <a:defRPr sz="1800">
                <a:solidFill>
                  <a:schemeClr val="accent6"/>
                </a:solidFill>
              </a:defRPr>
            </a:lvl1pPr>
            <a:lvl2pPr lvl="1">
              <a:spcBef>
                <a:spcPts val="0"/>
              </a:spcBef>
              <a:spcAft>
                <a:spcPts val="0"/>
              </a:spcAft>
              <a:buClr>
                <a:schemeClr val="accent6"/>
              </a:buClr>
              <a:buSzPts val="1800"/>
              <a:buNone/>
              <a:defRPr sz="1800">
                <a:solidFill>
                  <a:schemeClr val="accent6"/>
                </a:solidFill>
              </a:defRPr>
            </a:lvl2pPr>
            <a:lvl3pPr lvl="2">
              <a:spcBef>
                <a:spcPts val="0"/>
              </a:spcBef>
              <a:spcAft>
                <a:spcPts val="0"/>
              </a:spcAft>
              <a:buClr>
                <a:schemeClr val="accent6"/>
              </a:buClr>
              <a:buSzPts val="1800"/>
              <a:buNone/>
              <a:defRPr sz="1800">
                <a:solidFill>
                  <a:schemeClr val="accent6"/>
                </a:solidFill>
              </a:defRPr>
            </a:lvl3pPr>
            <a:lvl4pPr lvl="3">
              <a:spcBef>
                <a:spcPts val="0"/>
              </a:spcBef>
              <a:spcAft>
                <a:spcPts val="0"/>
              </a:spcAft>
              <a:buClr>
                <a:schemeClr val="accent6"/>
              </a:buClr>
              <a:buSzPts val="1800"/>
              <a:buNone/>
              <a:defRPr sz="1800">
                <a:solidFill>
                  <a:schemeClr val="accent6"/>
                </a:solidFill>
              </a:defRPr>
            </a:lvl4pPr>
            <a:lvl5pPr lvl="4">
              <a:spcBef>
                <a:spcPts val="0"/>
              </a:spcBef>
              <a:spcAft>
                <a:spcPts val="0"/>
              </a:spcAft>
              <a:buClr>
                <a:schemeClr val="accent6"/>
              </a:buClr>
              <a:buSzPts val="1800"/>
              <a:buNone/>
              <a:defRPr sz="1800">
                <a:solidFill>
                  <a:schemeClr val="accent6"/>
                </a:solidFill>
              </a:defRPr>
            </a:lvl5pPr>
            <a:lvl6pPr lvl="5">
              <a:spcBef>
                <a:spcPts val="0"/>
              </a:spcBef>
              <a:spcAft>
                <a:spcPts val="0"/>
              </a:spcAft>
              <a:buClr>
                <a:schemeClr val="accent6"/>
              </a:buClr>
              <a:buSzPts val="1800"/>
              <a:buNone/>
              <a:defRPr sz="1800">
                <a:solidFill>
                  <a:schemeClr val="accent6"/>
                </a:solidFill>
              </a:defRPr>
            </a:lvl6pPr>
            <a:lvl7pPr lvl="6">
              <a:spcBef>
                <a:spcPts val="0"/>
              </a:spcBef>
              <a:spcAft>
                <a:spcPts val="0"/>
              </a:spcAft>
              <a:buClr>
                <a:schemeClr val="accent6"/>
              </a:buClr>
              <a:buSzPts val="1800"/>
              <a:buNone/>
              <a:defRPr sz="1800">
                <a:solidFill>
                  <a:schemeClr val="accent6"/>
                </a:solidFill>
              </a:defRPr>
            </a:lvl7pPr>
            <a:lvl8pPr lvl="7">
              <a:spcBef>
                <a:spcPts val="0"/>
              </a:spcBef>
              <a:spcAft>
                <a:spcPts val="0"/>
              </a:spcAft>
              <a:buClr>
                <a:schemeClr val="accent6"/>
              </a:buClr>
              <a:buSzPts val="1800"/>
              <a:buNone/>
              <a:defRPr sz="1800">
                <a:solidFill>
                  <a:schemeClr val="accent6"/>
                </a:solidFill>
              </a:defRPr>
            </a:lvl8pPr>
            <a:lvl9pPr lvl="8">
              <a:spcBef>
                <a:spcPts val="0"/>
              </a:spcBef>
              <a:spcAft>
                <a:spcPts val="0"/>
              </a:spcAft>
              <a:buClr>
                <a:schemeClr val="accent6"/>
              </a:buClr>
              <a:buSzPts val="1800"/>
              <a:buNone/>
              <a:defRPr sz="1800">
                <a:solidFill>
                  <a:schemeClr val="accent6"/>
                </a:solidFill>
              </a:defRPr>
            </a:lvl9pPr>
          </a:lstStyle>
          <a:p/>
        </p:txBody>
      </p:sp>
      <p:sp>
        <p:nvSpPr>
          <p:cNvPr id="1231" name="Google Shape;1231;p43"/>
          <p:cNvSpPr txBox="1"/>
          <p:nvPr>
            <p:ph idx="6" type="body"/>
          </p:nvPr>
        </p:nvSpPr>
        <p:spPr>
          <a:xfrm>
            <a:off x="4853425" y="3033400"/>
            <a:ext cx="1610400" cy="1261500"/>
          </a:xfrm>
          <a:prstGeom prst="rect">
            <a:avLst/>
          </a:prstGeom>
        </p:spPr>
        <p:txBody>
          <a:bodyPr anchorCtr="0" anchor="t" bIns="0" lIns="0" spcFirstLastPara="1" rIns="0" wrap="square" tIns="0">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32" name="Google Shape;1232;p43"/>
          <p:cNvSpPr txBox="1"/>
          <p:nvPr>
            <p:ph idx="7" type="subTitle"/>
          </p:nvPr>
        </p:nvSpPr>
        <p:spPr>
          <a:xfrm>
            <a:off x="7026650" y="1933531"/>
            <a:ext cx="1610400" cy="484200"/>
          </a:xfrm>
          <a:prstGeom prst="rect">
            <a:avLst/>
          </a:prstGeom>
        </p:spPr>
        <p:txBody>
          <a:bodyPr anchorCtr="0" anchor="ctr" bIns="0" lIns="0" spcFirstLastPara="1" rIns="0" wrap="square" tIns="0">
            <a:noAutofit/>
          </a:bodyPr>
          <a:lstStyle>
            <a:lvl1pPr lvl="0">
              <a:spcBef>
                <a:spcPts val="0"/>
              </a:spcBef>
              <a:spcAft>
                <a:spcPts val="0"/>
              </a:spcAft>
              <a:buClr>
                <a:schemeClr val="accent6"/>
              </a:buClr>
              <a:buSzPts val="1800"/>
              <a:buNone/>
              <a:defRPr sz="1800">
                <a:solidFill>
                  <a:schemeClr val="accent6"/>
                </a:solidFill>
              </a:defRPr>
            </a:lvl1pPr>
            <a:lvl2pPr lvl="1">
              <a:spcBef>
                <a:spcPts val="0"/>
              </a:spcBef>
              <a:spcAft>
                <a:spcPts val="0"/>
              </a:spcAft>
              <a:buClr>
                <a:schemeClr val="accent6"/>
              </a:buClr>
              <a:buSzPts val="1800"/>
              <a:buNone/>
              <a:defRPr sz="1800">
                <a:solidFill>
                  <a:schemeClr val="accent6"/>
                </a:solidFill>
              </a:defRPr>
            </a:lvl2pPr>
            <a:lvl3pPr lvl="2">
              <a:spcBef>
                <a:spcPts val="0"/>
              </a:spcBef>
              <a:spcAft>
                <a:spcPts val="0"/>
              </a:spcAft>
              <a:buClr>
                <a:schemeClr val="accent6"/>
              </a:buClr>
              <a:buSzPts val="1800"/>
              <a:buNone/>
              <a:defRPr sz="1800">
                <a:solidFill>
                  <a:schemeClr val="accent6"/>
                </a:solidFill>
              </a:defRPr>
            </a:lvl3pPr>
            <a:lvl4pPr lvl="3">
              <a:spcBef>
                <a:spcPts val="0"/>
              </a:spcBef>
              <a:spcAft>
                <a:spcPts val="0"/>
              </a:spcAft>
              <a:buClr>
                <a:schemeClr val="accent6"/>
              </a:buClr>
              <a:buSzPts val="1800"/>
              <a:buNone/>
              <a:defRPr sz="1800">
                <a:solidFill>
                  <a:schemeClr val="accent6"/>
                </a:solidFill>
              </a:defRPr>
            </a:lvl4pPr>
            <a:lvl5pPr lvl="4">
              <a:spcBef>
                <a:spcPts val="0"/>
              </a:spcBef>
              <a:spcAft>
                <a:spcPts val="0"/>
              </a:spcAft>
              <a:buClr>
                <a:schemeClr val="accent6"/>
              </a:buClr>
              <a:buSzPts val="1800"/>
              <a:buNone/>
              <a:defRPr sz="1800">
                <a:solidFill>
                  <a:schemeClr val="accent6"/>
                </a:solidFill>
              </a:defRPr>
            </a:lvl5pPr>
            <a:lvl6pPr lvl="5">
              <a:spcBef>
                <a:spcPts val="0"/>
              </a:spcBef>
              <a:spcAft>
                <a:spcPts val="0"/>
              </a:spcAft>
              <a:buClr>
                <a:schemeClr val="accent6"/>
              </a:buClr>
              <a:buSzPts val="1800"/>
              <a:buNone/>
              <a:defRPr sz="1800">
                <a:solidFill>
                  <a:schemeClr val="accent6"/>
                </a:solidFill>
              </a:defRPr>
            </a:lvl6pPr>
            <a:lvl7pPr lvl="6">
              <a:spcBef>
                <a:spcPts val="0"/>
              </a:spcBef>
              <a:spcAft>
                <a:spcPts val="0"/>
              </a:spcAft>
              <a:buClr>
                <a:schemeClr val="accent6"/>
              </a:buClr>
              <a:buSzPts val="1800"/>
              <a:buNone/>
              <a:defRPr sz="1800">
                <a:solidFill>
                  <a:schemeClr val="accent6"/>
                </a:solidFill>
              </a:defRPr>
            </a:lvl7pPr>
            <a:lvl8pPr lvl="7">
              <a:spcBef>
                <a:spcPts val="0"/>
              </a:spcBef>
              <a:spcAft>
                <a:spcPts val="0"/>
              </a:spcAft>
              <a:buClr>
                <a:schemeClr val="accent6"/>
              </a:buClr>
              <a:buSzPts val="1800"/>
              <a:buNone/>
              <a:defRPr sz="1800">
                <a:solidFill>
                  <a:schemeClr val="accent6"/>
                </a:solidFill>
              </a:defRPr>
            </a:lvl8pPr>
            <a:lvl9pPr lvl="8">
              <a:spcBef>
                <a:spcPts val="0"/>
              </a:spcBef>
              <a:spcAft>
                <a:spcPts val="0"/>
              </a:spcAft>
              <a:buClr>
                <a:schemeClr val="accent6"/>
              </a:buClr>
              <a:buSzPts val="1800"/>
              <a:buNone/>
              <a:defRPr sz="1800">
                <a:solidFill>
                  <a:schemeClr val="accent6"/>
                </a:solidFill>
              </a:defRPr>
            </a:lvl9pPr>
          </a:lstStyle>
          <a:p/>
        </p:txBody>
      </p:sp>
      <p:sp>
        <p:nvSpPr>
          <p:cNvPr id="1233" name="Google Shape;1233;p43"/>
          <p:cNvSpPr txBox="1"/>
          <p:nvPr>
            <p:ph idx="8" type="body"/>
          </p:nvPr>
        </p:nvSpPr>
        <p:spPr>
          <a:xfrm>
            <a:off x="7026650" y="3033400"/>
            <a:ext cx="1610400" cy="1261500"/>
          </a:xfrm>
          <a:prstGeom prst="rect">
            <a:avLst/>
          </a:prstGeom>
        </p:spPr>
        <p:txBody>
          <a:bodyPr anchorCtr="0" anchor="t" bIns="0" lIns="0" spcFirstLastPara="1" rIns="0" wrap="square" tIns="0">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grpSp>
        <p:nvGrpSpPr>
          <p:cNvPr id="1234" name="Google Shape;1234;p43"/>
          <p:cNvGrpSpPr/>
          <p:nvPr/>
        </p:nvGrpSpPr>
        <p:grpSpPr>
          <a:xfrm>
            <a:off x="-1110438" y="2522780"/>
            <a:ext cx="1422149" cy="1422149"/>
            <a:chOff x="2645475" y="456275"/>
            <a:chExt cx="697200" cy="697200"/>
          </a:xfrm>
        </p:grpSpPr>
        <p:sp>
          <p:nvSpPr>
            <p:cNvPr id="1235" name="Google Shape;1235;p43"/>
            <p:cNvSpPr/>
            <p:nvPr/>
          </p:nvSpPr>
          <p:spPr>
            <a:xfrm>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36" name="Google Shape;1236;p43"/>
            <p:cNvSpPr/>
            <p:nvPr/>
          </p:nvSpPr>
          <p:spPr>
            <a:xfrm rot="-5400000">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37" name="Google Shape;1237;p43"/>
            <p:cNvSpPr/>
            <p:nvPr/>
          </p:nvSpPr>
          <p:spPr>
            <a:xfrm rot="-2700000">
              <a:off x="2977290" y="456299"/>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38" name="Google Shape;1238;p43"/>
            <p:cNvSpPr/>
            <p:nvPr/>
          </p:nvSpPr>
          <p:spPr>
            <a:xfrm rot="-8100000">
              <a:off x="2977349" y="456394"/>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39" name="Google Shape;1239;p43"/>
            <p:cNvSpPr/>
            <p:nvPr/>
          </p:nvSpPr>
          <p:spPr>
            <a:xfrm rot="-1387885">
              <a:off x="2977170" y="456436"/>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0" name="Google Shape;1240;p43"/>
            <p:cNvSpPr/>
            <p:nvPr/>
          </p:nvSpPr>
          <p:spPr>
            <a:xfrm rot="-6787885">
              <a:off x="2977359" y="456451"/>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1" name="Google Shape;1241;p43"/>
            <p:cNvSpPr/>
            <p:nvPr/>
          </p:nvSpPr>
          <p:spPr>
            <a:xfrm rot="-4109047">
              <a:off x="2977190" y="456337"/>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2" name="Google Shape;1242;p43"/>
            <p:cNvSpPr/>
            <p:nvPr/>
          </p:nvSpPr>
          <p:spPr>
            <a:xfrm rot="-9509047">
              <a:off x="2977270" y="456558"/>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243" name="Google Shape;1243;p43"/>
          <p:cNvGrpSpPr/>
          <p:nvPr/>
        </p:nvGrpSpPr>
        <p:grpSpPr>
          <a:xfrm>
            <a:off x="8109200" y="-438150"/>
            <a:ext cx="849600" cy="697200"/>
            <a:chOff x="489200" y="476250"/>
            <a:chExt cx="849600" cy="697200"/>
          </a:xfrm>
        </p:grpSpPr>
        <p:sp>
          <p:nvSpPr>
            <p:cNvPr id="1244" name="Google Shape;1244;p43"/>
            <p:cNvSpPr/>
            <p:nvPr/>
          </p:nvSpPr>
          <p:spPr>
            <a:xfrm>
              <a:off x="4892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5" name="Google Shape;1245;p43"/>
            <p:cNvSpPr/>
            <p:nvPr/>
          </p:nvSpPr>
          <p:spPr>
            <a:xfrm>
              <a:off x="6416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6" name="Google Shape;1246;p43"/>
            <p:cNvSpPr/>
            <p:nvPr/>
          </p:nvSpPr>
          <p:spPr>
            <a:xfrm>
              <a:off x="7940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7" name="Google Shape;1247;p43"/>
            <p:cNvSpPr/>
            <p:nvPr/>
          </p:nvSpPr>
          <p:spPr>
            <a:xfrm>
              <a:off x="9464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8" name="Google Shape;1248;p43"/>
            <p:cNvSpPr/>
            <p:nvPr/>
          </p:nvSpPr>
          <p:spPr>
            <a:xfrm>
              <a:off x="10988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49" name="Google Shape;1249;p43"/>
            <p:cNvSpPr/>
            <p:nvPr/>
          </p:nvSpPr>
          <p:spPr>
            <a:xfrm>
              <a:off x="1251200" y="4762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0" name="Google Shape;1250;p43"/>
            <p:cNvSpPr/>
            <p:nvPr/>
          </p:nvSpPr>
          <p:spPr>
            <a:xfrm>
              <a:off x="4892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1" name="Google Shape;1251;p43"/>
            <p:cNvSpPr/>
            <p:nvPr/>
          </p:nvSpPr>
          <p:spPr>
            <a:xfrm>
              <a:off x="6416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2" name="Google Shape;1252;p43"/>
            <p:cNvSpPr/>
            <p:nvPr/>
          </p:nvSpPr>
          <p:spPr>
            <a:xfrm>
              <a:off x="7940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3" name="Google Shape;1253;p43"/>
            <p:cNvSpPr/>
            <p:nvPr/>
          </p:nvSpPr>
          <p:spPr>
            <a:xfrm>
              <a:off x="9464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4" name="Google Shape;1254;p43"/>
            <p:cNvSpPr/>
            <p:nvPr/>
          </p:nvSpPr>
          <p:spPr>
            <a:xfrm>
              <a:off x="10988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5" name="Google Shape;1255;p43"/>
            <p:cNvSpPr/>
            <p:nvPr/>
          </p:nvSpPr>
          <p:spPr>
            <a:xfrm>
              <a:off x="1251200" y="6286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6" name="Google Shape;1256;p43"/>
            <p:cNvSpPr/>
            <p:nvPr/>
          </p:nvSpPr>
          <p:spPr>
            <a:xfrm>
              <a:off x="4892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7" name="Google Shape;1257;p43"/>
            <p:cNvSpPr/>
            <p:nvPr/>
          </p:nvSpPr>
          <p:spPr>
            <a:xfrm>
              <a:off x="6416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8" name="Google Shape;1258;p43"/>
            <p:cNvSpPr/>
            <p:nvPr/>
          </p:nvSpPr>
          <p:spPr>
            <a:xfrm>
              <a:off x="7940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59" name="Google Shape;1259;p43"/>
            <p:cNvSpPr/>
            <p:nvPr/>
          </p:nvSpPr>
          <p:spPr>
            <a:xfrm>
              <a:off x="9464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0" name="Google Shape;1260;p43"/>
            <p:cNvSpPr/>
            <p:nvPr/>
          </p:nvSpPr>
          <p:spPr>
            <a:xfrm>
              <a:off x="10988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1" name="Google Shape;1261;p43"/>
            <p:cNvSpPr/>
            <p:nvPr/>
          </p:nvSpPr>
          <p:spPr>
            <a:xfrm>
              <a:off x="1251200" y="7810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2" name="Google Shape;1262;p43"/>
            <p:cNvSpPr/>
            <p:nvPr/>
          </p:nvSpPr>
          <p:spPr>
            <a:xfrm>
              <a:off x="4892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3" name="Google Shape;1263;p43"/>
            <p:cNvSpPr/>
            <p:nvPr/>
          </p:nvSpPr>
          <p:spPr>
            <a:xfrm>
              <a:off x="6416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4" name="Google Shape;1264;p43"/>
            <p:cNvSpPr/>
            <p:nvPr/>
          </p:nvSpPr>
          <p:spPr>
            <a:xfrm>
              <a:off x="7940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5" name="Google Shape;1265;p43"/>
            <p:cNvSpPr/>
            <p:nvPr/>
          </p:nvSpPr>
          <p:spPr>
            <a:xfrm>
              <a:off x="9464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6" name="Google Shape;1266;p43"/>
            <p:cNvSpPr/>
            <p:nvPr/>
          </p:nvSpPr>
          <p:spPr>
            <a:xfrm>
              <a:off x="10988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7" name="Google Shape;1267;p43"/>
            <p:cNvSpPr/>
            <p:nvPr/>
          </p:nvSpPr>
          <p:spPr>
            <a:xfrm>
              <a:off x="1251200" y="9334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8" name="Google Shape;1268;p43"/>
            <p:cNvSpPr/>
            <p:nvPr/>
          </p:nvSpPr>
          <p:spPr>
            <a:xfrm>
              <a:off x="4892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69" name="Google Shape;1269;p43"/>
            <p:cNvSpPr/>
            <p:nvPr/>
          </p:nvSpPr>
          <p:spPr>
            <a:xfrm>
              <a:off x="6416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70" name="Google Shape;1270;p43"/>
            <p:cNvSpPr/>
            <p:nvPr/>
          </p:nvSpPr>
          <p:spPr>
            <a:xfrm>
              <a:off x="7940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71" name="Google Shape;1271;p43"/>
            <p:cNvSpPr/>
            <p:nvPr/>
          </p:nvSpPr>
          <p:spPr>
            <a:xfrm>
              <a:off x="9464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72" name="Google Shape;1272;p43"/>
            <p:cNvSpPr/>
            <p:nvPr/>
          </p:nvSpPr>
          <p:spPr>
            <a:xfrm>
              <a:off x="10988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73" name="Google Shape;1273;p43"/>
            <p:cNvSpPr/>
            <p:nvPr/>
          </p:nvSpPr>
          <p:spPr>
            <a:xfrm>
              <a:off x="1251200" y="1085850"/>
              <a:ext cx="87600" cy="876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key metrics">
  <p:cSld name="CUSTOM_23">
    <p:bg>
      <p:bgPr>
        <a:solidFill>
          <a:schemeClr val="accent6"/>
        </a:solidFill>
      </p:bgPr>
    </p:bg>
    <p:spTree>
      <p:nvGrpSpPr>
        <p:cNvPr id="1274" name="Shape 1274"/>
        <p:cNvGrpSpPr/>
        <p:nvPr/>
      </p:nvGrpSpPr>
      <p:grpSpPr>
        <a:xfrm>
          <a:off x="0" y="0"/>
          <a:ext cx="0" cy="0"/>
          <a:chOff x="0" y="0"/>
          <a:chExt cx="0" cy="0"/>
        </a:xfrm>
      </p:grpSpPr>
      <p:sp>
        <p:nvSpPr>
          <p:cNvPr id="1275" name="Google Shape;1275;p4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1276" name="Google Shape;1276;p44"/>
          <p:cNvSpPr/>
          <p:nvPr/>
        </p:nvSpPr>
        <p:spPr>
          <a:xfrm>
            <a:off x="327429" y="1784875"/>
            <a:ext cx="2580600" cy="2728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77" name="Google Shape;1277;p44"/>
          <p:cNvSpPr txBox="1"/>
          <p:nvPr>
            <p:ph idx="1" type="subTitle"/>
          </p:nvPr>
        </p:nvSpPr>
        <p:spPr>
          <a:xfrm>
            <a:off x="562695" y="2177250"/>
            <a:ext cx="21099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278" name="Google Shape;1278;p44"/>
          <p:cNvSpPr txBox="1"/>
          <p:nvPr>
            <p:ph idx="2" type="body"/>
          </p:nvPr>
        </p:nvSpPr>
        <p:spPr>
          <a:xfrm>
            <a:off x="562695" y="3033400"/>
            <a:ext cx="21099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9" name="Google Shape;1279;p44"/>
          <p:cNvSpPr/>
          <p:nvPr/>
        </p:nvSpPr>
        <p:spPr>
          <a:xfrm>
            <a:off x="6251704" y="1784875"/>
            <a:ext cx="2580600" cy="2728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80" name="Google Shape;1280;p44"/>
          <p:cNvSpPr txBox="1"/>
          <p:nvPr>
            <p:ph idx="3" type="subTitle"/>
          </p:nvPr>
        </p:nvSpPr>
        <p:spPr>
          <a:xfrm>
            <a:off x="6486970" y="2177250"/>
            <a:ext cx="21099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281" name="Google Shape;1281;p44"/>
          <p:cNvSpPr txBox="1"/>
          <p:nvPr>
            <p:ph idx="4" type="body"/>
          </p:nvPr>
        </p:nvSpPr>
        <p:spPr>
          <a:xfrm>
            <a:off x="6486970" y="3033400"/>
            <a:ext cx="21099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82" name="Google Shape;1282;p44"/>
          <p:cNvSpPr/>
          <p:nvPr/>
        </p:nvSpPr>
        <p:spPr>
          <a:xfrm>
            <a:off x="3289566" y="1784875"/>
            <a:ext cx="2580600" cy="2728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83" name="Google Shape;1283;p44"/>
          <p:cNvSpPr txBox="1"/>
          <p:nvPr>
            <p:ph idx="5" type="subTitle"/>
          </p:nvPr>
        </p:nvSpPr>
        <p:spPr>
          <a:xfrm>
            <a:off x="3524832" y="2177250"/>
            <a:ext cx="21099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284" name="Google Shape;1284;p44"/>
          <p:cNvSpPr txBox="1"/>
          <p:nvPr>
            <p:ph idx="6" type="body"/>
          </p:nvPr>
        </p:nvSpPr>
        <p:spPr>
          <a:xfrm>
            <a:off x="3524832" y="3033400"/>
            <a:ext cx="21099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1285" name="Google Shape;1285;p44"/>
          <p:cNvGrpSpPr/>
          <p:nvPr/>
        </p:nvGrpSpPr>
        <p:grpSpPr>
          <a:xfrm>
            <a:off x="7535231" y="-1651292"/>
            <a:ext cx="3245117" cy="3245117"/>
            <a:chOff x="2645475" y="456275"/>
            <a:chExt cx="697200" cy="697200"/>
          </a:xfrm>
        </p:grpSpPr>
        <p:sp>
          <p:nvSpPr>
            <p:cNvPr id="1286" name="Google Shape;1286;p44"/>
            <p:cNvSpPr/>
            <p:nvPr/>
          </p:nvSpPr>
          <p:spPr>
            <a:xfrm>
              <a:off x="2977275" y="456275"/>
              <a:ext cx="33600" cy="697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87" name="Google Shape;1287;p44"/>
            <p:cNvSpPr/>
            <p:nvPr/>
          </p:nvSpPr>
          <p:spPr>
            <a:xfrm rot="-5400000">
              <a:off x="2977275" y="456275"/>
              <a:ext cx="33600" cy="697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88" name="Google Shape;1288;p44"/>
            <p:cNvSpPr/>
            <p:nvPr/>
          </p:nvSpPr>
          <p:spPr>
            <a:xfrm rot="-2700000">
              <a:off x="2977290" y="456299"/>
              <a:ext cx="33517" cy="697066"/>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89" name="Google Shape;1289;p44"/>
            <p:cNvSpPr/>
            <p:nvPr/>
          </p:nvSpPr>
          <p:spPr>
            <a:xfrm rot="-8100000">
              <a:off x="2977349" y="456394"/>
              <a:ext cx="33517" cy="697066"/>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90" name="Google Shape;1290;p44"/>
            <p:cNvSpPr/>
            <p:nvPr/>
          </p:nvSpPr>
          <p:spPr>
            <a:xfrm rot="-1387885">
              <a:off x="2977170" y="456436"/>
              <a:ext cx="33601" cy="697122"/>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91" name="Google Shape;1291;p44"/>
            <p:cNvSpPr/>
            <p:nvPr/>
          </p:nvSpPr>
          <p:spPr>
            <a:xfrm rot="-6787885">
              <a:off x="2977359" y="456451"/>
              <a:ext cx="33601" cy="697122"/>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92" name="Google Shape;1292;p44"/>
            <p:cNvSpPr/>
            <p:nvPr/>
          </p:nvSpPr>
          <p:spPr>
            <a:xfrm rot="-4109047">
              <a:off x="2977190" y="456337"/>
              <a:ext cx="33537" cy="696919"/>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293" name="Google Shape;1293;p44"/>
            <p:cNvSpPr/>
            <p:nvPr/>
          </p:nvSpPr>
          <p:spPr>
            <a:xfrm rot="-9509047">
              <a:off x="2977270" y="456558"/>
              <a:ext cx="33537" cy="696919"/>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294" name="Google Shape;1294;p44"/>
          <p:cNvGrpSpPr/>
          <p:nvPr/>
        </p:nvGrpSpPr>
        <p:grpSpPr>
          <a:xfrm>
            <a:off x="-472365" y="4139386"/>
            <a:ext cx="697259" cy="697259"/>
            <a:chOff x="2421225" y="305100"/>
            <a:chExt cx="1684200" cy="1684200"/>
          </a:xfrm>
        </p:grpSpPr>
        <p:sp>
          <p:nvSpPr>
            <p:cNvPr id="1295" name="Google Shape;1295;p44"/>
            <p:cNvSpPr/>
            <p:nvPr/>
          </p:nvSpPr>
          <p:spPr>
            <a:xfrm rot="-5400000">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296" name="Google Shape;1296;p44"/>
            <p:cNvSpPr/>
            <p:nvPr/>
          </p:nvSpPr>
          <p:spPr>
            <a:xfrm>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297" name="Google Shape;1297;p44"/>
            <p:cNvSpPr/>
            <p:nvPr/>
          </p:nvSpPr>
          <p:spPr>
            <a:xfrm rot="-8100000">
              <a:off x="3039778" y="304985"/>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sp>
          <p:nvSpPr>
            <p:cNvPr id="1298" name="Google Shape;1298;p44"/>
            <p:cNvSpPr/>
            <p:nvPr/>
          </p:nvSpPr>
          <p:spPr>
            <a:xfrm rot="-2700000">
              <a:off x="3039689" y="305076"/>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Sintony"/>
                <a:ea typeface="Sintony"/>
                <a:cs typeface="Sintony"/>
                <a:sym typeface="Sintony"/>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key metrics v2">
  <p:cSld name="CUSTOM_24">
    <p:spTree>
      <p:nvGrpSpPr>
        <p:cNvPr id="1299" name="Shape 1299"/>
        <p:cNvGrpSpPr/>
        <p:nvPr/>
      </p:nvGrpSpPr>
      <p:grpSpPr>
        <a:xfrm>
          <a:off x="0" y="0"/>
          <a:ext cx="0" cy="0"/>
          <a:chOff x="0" y="0"/>
          <a:chExt cx="0" cy="0"/>
        </a:xfrm>
      </p:grpSpPr>
      <p:sp>
        <p:nvSpPr>
          <p:cNvPr id="1300" name="Google Shape;1300;p4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01" name="Google Shape;1301;p45"/>
          <p:cNvSpPr/>
          <p:nvPr/>
        </p:nvSpPr>
        <p:spPr>
          <a:xfrm>
            <a:off x="-6325" y="3452725"/>
            <a:ext cx="9144000" cy="16908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02" name="Google Shape;1302;p45"/>
          <p:cNvSpPr/>
          <p:nvPr/>
        </p:nvSpPr>
        <p:spPr>
          <a:xfrm>
            <a:off x="327425" y="1829400"/>
            <a:ext cx="2580600" cy="26844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03" name="Google Shape;1303;p45"/>
          <p:cNvSpPr txBox="1"/>
          <p:nvPr>
            <p:ph idx="1" type="subTitle"/>
          </p:nvPr>
        </p:nvSpPr>
        <p:spPr>
          <a:xfrm>
            <a:off x="562695" y="2177250"/>
            <a:ext cx="21099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304" name="Google Shape;1304;p45"/>
          <p:cNvSpPr txBox="1"/>
          <p:nvPr>
            <p:ph idx="2" type="body"/>
          </p:nvPr>
        </p:nvSpPr>
        <p:spPr>
          <a:xfrm>
            <a:off x="562695" y="3033400"/>
            <a:ext cx="21099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05" name="Google Shape;1305;p45"/>
          <p:cNvSpPr/>
          <p:nvPr/>
        </p:nvSpPr>
        <p:spPr>
          <a:xfrm>
            <a:off x="6251700" y="1829400"/>
            <a:ext cx="2580600" cy="26844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06" name="Google Shape;1306;p45"/>
          <p:cNvSpPr txBox="1"/>
          <p:nvPr>
            <p:ph idx="3" type="subTitle"/>
          </p:nvPr>
        </p:nvSpPr>
        <p:spPr>
          <a:xfrm>
            <a:off x="6486970" y="2177250"/>
            <a:ext cx="21099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307" name="Google Shape;1307;p45"/>
          <p:cNvSpPr txBox="1"/>
          <p:nvPr>
            <p:ph idx="4" type="body"/>
          </p:nvPr>
        </p:nvSpPr>
        <p:spPr>
          <a:xfrm>
            <a:off x="6486970" y="3033400"/>
            <a:ext cx="21099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08" name="Google Shape;1308;p45"/>
          <p:cNvSpPr/>
          <p:nvPr/>
        </p:nvSpPr>
        <p:spPr>
          <a:xfrm>
            <a:off x="3289563" y="1829400"/>
            <a:ext cx="2580600" cy="26844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09" name="Google Shape;1309;p45"/>
          <p:cNvSpPr txBox="1"/>
          <p:nvPr>
            <p:ph idx="5" type="subTitle"/>
          </p:nvPr>
        </p:nvSpPr>
        <p:spPr>
          <a:xfrm>
            <a:off x="3524832" y="2177250"/>
            <a:ext cx="2109900" cy="484200"/>
          </a:xfrm>
          <a:prstGeom prst="rect">
            <a:avLst/>
          </a:prstGeom>
        </p:spPr>
        <p:txBody>
          <a:bodyPr anchorCtr="0" anchor="ctr" bIns="0" lIns="0" spcFirstLastPara="1" rIns="0" wrap="square" tIns="0">
            <a:noAutofit/>
          </a:bodyPr>
          <a:lstStyle>
            <a:lvl1pPr lvl="0" algn="l">
              <a:spcBef>
                <a:spcPts val="0"/>
              </a:spcBef>
              <a:spcAft>
                <a:spcPts val="0"/>
              </a:spcAft>
              <a:buClr>
                <a:schemeClr val="accent4"/>
              </a:buClr>
              <a:buSzPts val="1800"/>
              <a:buNone/>
              <a:defRPr sz="1800">
                <a:solidFill>
                  <a:schemeClr val="accent4"/>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310" name="Google Shape;1310;p45"/>
          <p:cNvSpPr txBox="1"/>
          <p:nvPr>
            <p:ph idx="6" type="body"/>
          </p:nvPr>
        </p:nvSpPr>
        <p:spPr>
          <a:xfrm>
            <a:off x="3524832" y="3033400"/>
            <a:ext cx="2109900" cy="12615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1311" name="Google Shape;1311;p45"/>
          <p:cNvGrpSpPr/>
          <p:nvPr/>
        </p:nvGrpSpPr>
        <p:grpSpPr>
          <a:xfrm>
            <a:off x="162975" y="1695756"/>
            <a:ext cx="325051" cy="325051"/>
            <a:chOff x="2421225" y="305100"/>
            <a:chExt cx="1684200" cy="1684200"/>
          </a:xfrm>
        </p:grpSpPr>
        <p:sp>
          <p:nvSpPr>
            <p:cNvPr id="1312" name="Google Shape;1312;p45"/>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13" name="Google Shape;1313;p45"/>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14" name="Google Shape;1314;p45"/>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15" name="Google Shape;1315;p45"/>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316" name="Google Shape;1316;p45"/>
          <p:cNvGrpSpPr/>
          <p:nvPr/>
        </p:nvGrpSpPr>
        <p:grpSpPr>
          <a:xfrm>
            <a:off x="3214900" y="1695756"/>
            <a:ext cx="325051" cy="325051"/>
            <a:chOff x="2421225" y="305100"/>
            <a:chExt cx="1684200" cy="1684200"/>
          </a:xfrm>
        </p:grpSpPr>
        <p:sp>
          <p:nvSpPr>
            <p:cNvPr id="1317" name="Google Shape;1317;p45"/>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18" name="Google Shape;1318;p45"/>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19" name="Google Shape;1319;p45"/>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20" name="Google Shape;1320;p45"/>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321" name="Google Shape;1321;p45"/>
          <p:cNvGrpSpPr/>
          <p:nvPr/>
        </p:nvGrpSpPr>
        <p:grpSpPr>
          <a:xfrm>
            <a:off x="6103850" y="1695756"/>
            <a:ext cx="325051" cy="325051"/>
            <a:chOff x="2421225" y="305100"/>
            <a:chExt cx="1684200" cy="1684200"/>
          </a:xfrm>
        </p:grpSpPr>
        <p:sp>
          <p:nvSpPr>
            <p:cNvPr id="1322" name="Google Shape;1322;p45"/>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23" name="Google Shape;1323;p45"/>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24" name="Google Shape;1324;p45"/>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25" name="Google Shape;1325;p45"/>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326" name="Google Shape;1326;p45"/>
          <p:cNvGrpSpPr/>
          <p:nvPr/>
        </p:nvGrpSpPr>
        <p:grpSpPr>
          <a:xfrm>
            <a:off x="8425650" y="-171450"/>
            <a:ext cx="849600" cy="697200"/>
            <a:chOff x="489200" y="476250"/>
            <a:chExt cx="849600" cy="697200"/>
          </a:xfrm>
        </p:grpSpPr>
        <p:sp>
          <p:nvSpPr>
            <p:cNvPr id="1327" name="Google Shape;1327;p45"/>
            <p:cNvSpPr/>
            <p:nvPr/>
          </p:nvSpPr>
          <p:spPr>
            <a:xfrm>
              <a:off x="489200" y="4762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28" name="Google Shape;1328;p45"/>
            <p:cNvSpPr/>
            <p:nvPr/>
          </p:nvSpPr>
          <p:spPr>
            <a:xfrm>
              <a:off x="641600" y="4762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29" name="Google Shape;1329;p45"/>
            <p:cNvSpPr/>
            <p:nvPr/>
          </p:nvSpPr>
          <p:spPr>
            <a:xfrm>
              <a:off x="794000" y="4762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0" name="Google Shape;1330;p45"/>
            <p:cNvSpPr/>
            <p:nvPr/>
          </p:nvSpPr>
          <p:spPr>
            <a:xfrm>
              <a:off x="946400" y="4762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1" name="Google Shape;1331;p45"/>
            <p:cNvSpPr/>
            <p:nvPr/>
          </p:nvSpPr>
          <p:spPr>
            <a:xfrm>
              <a:off x="1098800" y="4762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2" name="Google Shape;1332;p45"/>
            <p:cNvSpPr/>
            <p:nvPr/>
          </p:nvSpPr>
          <p:spPr>
            <a:xfrm>
              <a:off x="1251200" y="4762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3" name="Google Shape;1333;p45"/>
            <p:cNvSpPr/>
            <p:nvPr/>
          </p:nvSpPr>
          <p:spPr>
            <a:xfrm>
              <a:off x="489200" y="6286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4" name="Google Shape;1334;p45"/>
            <p:cNvSpPr/>
            <p:nvPr/>
          </p:nvSpPr>
          <p:spPr>
            <a:xfrm>
              <a:off x="641600" y="6286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5" name="Google Shape;1335;p45"/>
            <p:cNvSpPr/>
            <p:nvPr/>
          </p:nvSpPr>
          <p:spPr>
            <a:xfrm>
              <a:off x="794000" y="6286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6" name="Google Shape;1336;p45"/>
            <p:cNvSpPr/>
            <p:nvPr/>
          </p:nvSpPr>
          <p:spPr>
            <a:xfrm>
              <a:off x="946400" y="6286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7" name="Google Shape;1337;p45"/>
            <p:cNvSpPr/>
            <p:nvPr/>
          </p:nvSpPr>
          <p:spPr>
            <a:xfrm>
              <a:off x="1098800" y="6286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8" name="Google Shape;1338;p45"/>
            <p:cNvSpPr/>
            <p:nvPr/>
          </p:nvSpPr>
          <p:spPr>
            <a:xfrm>
              <a:off x="1251200" y="6286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39" name="Google Shape;1339;p45"/>
            <p:cNvSpPr/>
            <p:nvPr/>
          </p:nvSpPr>
          <p:spPr>
            <a:xfrm>
              <a:off x="489200" y="7810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0" name="Google Shape;1340;p45"/>
            <p:cNvSpPr/>
            <p:nvPr/>
          </p:nvSpPr>
          <p:spPr>
            <a:xfrm>
              <a:off x="641600" y="7810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1" name="Google Shape;1341;p45"/>
            <p:cNvSpPr/>
            <p:nvPr/>
          </p:nvSpPr>
          <p:spPr>
            <a:xfrm>
              <a:off x="794000" y="7810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2" name="Google Shape;1342;p45"/>
            <p:cNvSpPr/>
            <p:nvPr/>
          </p:nvSpPr>
          <p:spPr>
            <a:xfrm>
              <a:off x="946400" y="7810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3" name="Google Shape;1343;p45"/>
            <p:cNvSpPr/>
            <p:nvPr/>
          </p:nvSpPr>
          <p:spPr>
            <a:xfrm>
              <a:off x="1098800" y="7810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4" name="Google Shape;1344;p45"/>
            <p:cNvSpPr/>
            <p:nvPr/>
          </p:nvSpPr>
          <p:spPr>
            <a:xfrm>
              <a:off x="1251200" y="7810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5" name="Google Shape;1345;p45"/>
            <p:cNvSpPr/>
            <p:nvPr/>
          </p:nvSpPr>
          <p:spPr>
            <a:xfrm>
              <a:off x="489200" y="9334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6" name="Google Shape;1346;p45"/>
            <p:cNvSpPr/>
            <p:nvPr/>
          </p:nvSpPr>
          <p:spPr>
            <a:xfrm>
              <a:off x="641600" y="9334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7" name="Google Shape;1347;p45"/>
            <p:cNvSpPr/>
            <p:nvPr/>
          </p:nvSpPr>
          <p:spPr>
            <a:xfrm>
              <a:off x="794000" y="9334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8" name="Google Shape;1348;p45"/>
            <p:cNvSpPr/>
            <p:nvPr/>
          </p:nvSpPr>
          <p:spPr>
            <a:xfrm>
              <a:off x="946400" y="9334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49" name="Google Shape;1349;p45"/>
            <p:cNvSpPr/>
            <p:nvPr/>
          </p:nvSpPr>
          <p:spPr>
            <a:xfrm>
              <a:off x="1098800" y="9334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50" name="Google Shape;1350;p45"/>
            <p:cNvSpPr/>
            <p:nvPr/>
          </p:nvSpPr>
          <p:spPr>
            <a:xfrm>
              <a:off x="1251200" y="9334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51" name="Google Shape;1351;p45"/>
            <p:cNvSpPr/>
            <p:nvPr/>
          </p:nvSpPr>
          <p:spPr>
            <a:xfrm>
              <a:off x="489200" y="10858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52" name="Google Shape;1352;p45"/>
            <p:cNvSpPr/>
            <p:nvPr/>
          </p:nvSpPr>
          <p:spPr>
            <a:xfrm>
              <a:off x="641600" y="10858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53" name="Google Shape;1353;p45"/>
            <p:cNvSpPr/>
            <p:nvPr/>
          </p:nvSpPr>
          <p:spPr>
            <a:xfrm>
              <a:off x="794000" y="10858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54" name="Google Shape;1354;p45"/>
            <p:cNvSpPr/>
            <p:nvPr/>
          </p:nvSpPr>
          <p:spPr>
            <a:xfrm>
              <a:off x="946400" y="10858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55" name="Google Shape;1355;p45"/>
            <p:cNvSpPr/>
            <p:nvPr/>
          </p:nvSpPr>
          <p:spPr>
            <a:xfrm>
              <a:off x="1098800" y="10858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56" name="Google Shape;1356;p45"/>
            <p:cNvSpPr/>
            <p:nvPr/>
          </p:nvSpPr>
          <p:spPr>
            <a:xfrm>
              <a:off x="1251200" y="1085850"/>
              <a:ext cx="87600" cy="876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key metrics v3">
  <p:cSld name="CUSTOM_25">
    <p:bg>
      <p:bgPr>
        <a:solidFill>
          <a:schemeClr val="accent5"/>
        </a:solidFill>
      </p:bgPr>
    </p:bg>
    <p:spTree>
      <p:nvGrpSpPr>
        <p:cNvPr id="1357" name="Shape 1357"/>
        <p:cNvGrpSpPr/>
        <p:nvPr/>
      </p:nvGrpSpPr>
      <p:grpSpPr>
        <a:xfrm>
          <a:off x="0" y="0"/>
          <a:ext cx="0" cy="0"/>
          <a:chOff x="0" y="0"/>
          <a:chExt cx="0" cy="0"/>
        </a:xfrm>
      </p:grpSpPr>
      <p:sp>
        <p:nvSpPr>
          <p:cNvPr id="1358" name="Google Shape;1358;p46"/>
          <p:cNvSpPr/>
          <p:nvPr/>
        </p:nvSpPr>
        <p:spPr>
          <a:xfrm>
            <a:off x="3879050" y="330725"/>
            <a:ext cx="1218600" cy="12186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59" name="Google Shape;1359;p46"/>
          <p:cNvSpPr/>
          <p:nvPr/>
        </p:nvSpPr>
        <p:spPr>
          <a:xfrm>
            <a:off x="7239000" y="0"/>
            <a:ext cx="1903500" cy="51435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60" name="Google Shape;1360;p46"/>
          <p:cNvSpPr txBox="1"/>
          <p:nvPr>
            <p:ph type="title"/>
          </p:nvPr>
        </p:nvSpPr>
        <p:spPr>
          <a:xfrm>
            <a:off x="311700" y="2285400"/>
            <a:ext cx="2943900" cy="572700"/>
          </a:xfrm>
          <a:prstGeom prst="rect">
            <a:avLst/>
          </a:prstGeom>
        </p:spPr>
        <p:txBody>
          <a:bodyPr anchorCtr="0" anchor="ctr"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61" name="Google Shape;1361;p46"/>
          <p:cNvSpPr/>
          <p:nvPr/>
        </p:nvSpPr>
        <p:spPr>
          <a:xfrm>
            <a:off x="5093850" y="331925"/>
            <a:ext cx="3598200" cy="12186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362" name="Google Shape;1362;p46"/>
          <p:cNvSpPr txBox="1"/>
          <p:nvPr>
            <p:ph idx="1" type="body"/>
          </p:nvPr>
        </p:nvSpPr>
        <p:spPr>
          <a:xfrm>
            <a:off x="5203475" y="477125"/>
            <a:ext cx="3389100" cy="9678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63" name="Google Shape;1363;p46"/>
          <p:cNvSpPr txBox="1"/>
          <p:nvPr>
            <p:ph idx="2" type="subTitle"/>
          </p:nvPr>
        </p:nvSpPr>
        <p:spPr>
          <a:xfrm>
            <a:off x="4026075" y="492975"/>
            <a:ext cx="912900" cy="8964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364" name="Google Shape;1364;p46"/>
          <p:cNvSpPr/>
          <p:nvPr/>
        </p:nvSpPr>
        <p:spPr>
          <a:xfrm>
            <a:off x="5093850" y="2018675"/>
            <a:ext cx="3598200" cy="12186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365" name="Google Shape;1365;p46"/>
          <p:cNvSpPr txBox="1"/>
          <p:nvPr>
            <p:ph idx="3" type="body"/>
          </p:nvPr>
        </p:nvSpPr>
        <p:spPr>
          <a:xfrm>
            <a:off x="5203500" y="2163750"/>
            <a:ext cx="3389100" cy="9678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66" name="Google Shape;1366;p46"/>
          <p:cNvSpPr/>
          <p:nvPr/>
        </p:nvSpPr>
        <p:spPr>
          <a:xfrm>
            <a:off x="5093850" y="3705425"/>
            <a:ext cx="3598200" cy="12186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367" name="Google Shape;1367;p46"/>
          <p:cNvSpPr txBox="1"/>
          <p:nvPr>
            <p:ph idx="4" type="body"/>
          </p:nvPr>
        </p:nvSpPr>
        <p:spPr>
          <a:xfrm>
            <a:off x="5203650" y="3850500"/>
            <a:ext cx="3389100" cy="9678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grpSp>
        <p:nvGrpSpPr>
          <p:cNvPr id="1368" name="Google Shape;1368;p46"/>
          <p:cNvGrpSpPr/>
          <p:nvPr/>
        </p:nvGrpSpPr>
        <p:grpSpPr>
          <a:xfrm>
            <a:off x="-1628126" y="3539124"/>
            <a:ext cx="3245117" cy="3245117"/>
            <a:chOff x="2645475" y="456275"/>
            <a:chExt cx="697200" cy="697200"/>
          </a:xfrm>
        </p:grpSpPr>
        <p:sp>
          <p:nvSpPr>
            <p:cNvPr id="1369" name="Google Shape;1369;p46"/>
            <p:cNvSpPr/>
            <p:nvPr/>
          </p:nvSpPr>
          <p:spPr>
            <a:xfrm>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70" name="Google Shape;1370;p46"/>
            <p:cNvSpPr/>
            <p:nvPr/>
          </p:nvSpPr>
          <p:spPr>
            <a:xfrm rot="-5400000">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71" name="Google Shape;1371;p46"/>
            <p:cNvSpPr/>
            <p:nvPr/>
          </p:nvSpPr>
          <p:spPr>
            <a:xfrm rot="-2700000">
              <a:off x="2977290" y="456299"/>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72" name="Google Shape;1372;p46"/>
            <p:cNvSpPr/>
            <p:nvPr/>
          </p:nvSpPr>
          <p:spPr>
            <a:xfrm rot="-8100000">
              <a:off x="2977349" y="456394"/>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73" name="Google Shape;1373;p46"/>
            <p:cNvSpPr/>
            <p:nvPr/>
          </p:nvSpPr>
          <p:spPr>
            <a:xfrm rot="-1387885">
              <a:off x="2977170" y="456436"/>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74" name="Google Shape;1374;p46"/>
            <p:cNvSpPr/>
            <p:nvPr/>
          </p:nvSpPr>
          <p:spPr>
            <a:xfrm rot="-6787885">
              <a:off x="2977359" y="456451"/>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75" name="Google Shape;1375;p46"/>
            <p:cNvSpPr/>
            <p:nvPr/>
          </p:nvSpPr>
          <p:spPr>
            <a:xfrm rot="-4109047">
              <a:off x="2977190" y="456337"/>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76" name="Google Shape;1376;p46"/>
            <p:cNvSpPr/>
            <p:nvPr/>
          </p:nvSpPr>
          <p:spPr>
            <a:xfrm rot="-9509047">
              <a:off x="2977270" y="456558"/>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377" name="Google Shape;1377;p46"/>
          <p:cNvSpPr/>
          <p:nvPr/>
        </p:nvSpPr>
        <p:spPr>
          <a:xfrm>
            <a:off x="3879050" y="2018675"/>
            <a:ext cx="1218600" cy="12186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78" name="Google Shape;1378;p46"/>
          <p:cNvSpPr txBox="1"/>
          <p:nvPr>
            <p:ph idx="5" type="subTitle"/>
          </p:nvPr>
        </p:nvSpPr>
        <p:spPr>
          <a:xfrm>
            <a:off x="4026075" y="2180925"/>
            <a:ext cx="912900" cy="8964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379" name="Google Shape;1379;p46"/>
          <p:cNvSpPr/>
          <p:nvPr/>
        </p:nvSpPr>
        <p:spPr>
          <a:xfrm>
            <a:off x="3879050" y="3705425"/>
            <a:ext cx="1218600" cy="12186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80" name="Google Shape;1380;p46"/>
          <p:cNvSpPr txBox="1"/>
          <p:nvPr>
            <p:ph idx="6" type="subTitle"/>
          </p:nvPr>
        </p:nvSpPr>
        <p:spPr>
          <a:xfrm>
            <a:off x="4026075" y="3867675"/>
            <a:ext cx="912900" cy="8964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items on timeline">
  <p:cSld name="CUSTOM_26">
    <p:bg>
      <p:bgPr>
        <a:solidFill>
          <a:schemeClr val="accent5"/>
        </a:solidFill>
      </p:bgPr>
    </p:bg>
    <p:spTree>
      <p:nvGrpSpPr>
        <p:cNvPr id="1381" name="Shape 1381"/>
        <p:cNvGrpSpPr/>
        <p:nvPr/>
      </p:nvGrpSpPr>
      <p:grpSpPr>
        <a:xfrm>
          <a:off x="0" y="0"/>
          <a:ext cx="0" cy="0"/>
          <a:chOff x="0" y="0"/>
          <a:chExt cx="0" cy="0"/>
        </a:xfrm>
      </p:grpSpPr>
      <p:grpSp>
        <p:nvGrpSpPr>
          <p:cNvPr id="1382" name="Google Shape;1382;p47"/>
          <p:cNvGrpSpPr/>
          <p:nvPr/>
        </p:nvGrpSpPr>
        <p:grpSpPr>
          <a:xfrm>
            <a:off x="-1635227" y="-1638063"/>
            <a:ext cx="3245117" cy="3245117"/>
            <a:chOff x="2645475" y="456275"/>
            <a:chExt cx="697200" cy="697200"/>
          </a:xfrm>
        </p:grpSpPr>
        <p:sp>
          <p:nvSpPr>
            <p:cNvPr id="1383" name="Google Shape;1383;p47"/>
            <p:cNvSpPr/>
            <p:nvPr/>
          </p:nvSpPr>
          <p:spPr>
            <a:xfrm>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84" name="Google Shape;1384;p47"/>
            <p:cNvSpPr/>
            <p:nvPr/>
          </p:nvSpPr>
          <p:spPr>
            <a:xfrm rot="-5400000">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85" name="Google Shape;1385;p47"/>
            <p:cNvSpPr/>
            <p:nvPr/>
          </p:nvSpPr>
          <p:spPr>
            <a:xfrm rot="-2700000">
              <a:off x="2977290" y="456299"/>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86" name="Google Shape;1386;p47"/>
            <p:cNvSpPr/>
            <p:nvPr/>
          </p:nvSpPr>
          <p:spPr>
            <a:xfrm rot="-8100000">
              <a:off x="2977349" y="456394"/>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87" name="Google Shape;1387;p47"/>
            <p:cNvSpPr/>
            <p:nvPr/>
          </p:nvSpPr>
          <p:spPr>
            <a:xfrm rot="-1387885">
              <a:off x="2977170" y="456436"/>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88" name="Google Shape;1388;p47"/>
            <p:cNvSpPr/>
            <p:nvPr/>
          </p:nvSpPr>
          <p:spPr>
            <a:xfrm rot="-6787885">
              <a:off x="2977359" y="456451"/>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89" name="Google Shape;1389;p47"/>
            <p:cNvSpPr/>
            <p:nvPr/>
          </p:nvSpPr>
          <p:spPr>
            <a:xfrm rot="-4109047">
              <a:off x="2977190" y="456337"/>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90" name="Google Shape;1390;p47"/>
            <p:cNvSpPr/>
            <p:nvPr/>
          </p:nvSpPr>
          <p:spPr>
            <a:xfrm rot="-9509047">
              <a:off x="2977270" y="456558"/>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391" name="Google Shape;1391;p47"/>
          <p:cNvSpPr txBox="1"/>
          <p:nvPr>
            <p:ph type="title"/>
          </p:nvPr>
        </p:nvSpPr>
        <p:spPr>
          <a:xfrm>
            <a:off x="311700" y="292625"/>
            <a:ext cx="8520600" cy="475200"/>
          </a:xfrm>
          <a:prstGeom prst="rect">
            <a:avLst/>
          </a:prstGeom>
        </p:spPr>
        <p:txBody>
          <a:bodyPr anchorCtr="0" anchor="t" bIns="0" lIns="0" spcFirstLastPara="1" rIns="0" wrap="square" tIns="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cxnSp>
        <p:nvCxnSpPr>
          <p:cNvPr id="1392" name="Google Shape;1392;p47"/>
          <p:cNvCxnSpPr/>
          <p:nvPr/>
        </p:nvCxnSpPr>
        <p:spPr>
          <a:xfrm>
            <a:off x="4572000" y="1166725"/>
            <a:ext cx="0" cy="3215700"/>
          </a:xfrm>
          <a:prstGeom prst="straightConnector1">
            <a:avLst/>
          </a:prstGeom>
          <a:noFill/>
          <a:ln cap="flat" cmpd="sng" w="28575">
            <a:solidFill>
              <a:schemeClr val="accent1"/>
            </a:solidFill>
            <a:prstDash val="lgDash"/>
            <a:round/>
            <a:headEnd len="med" w="med" type="none"/>
            <a:tailEnd len="med" w="med" type="none"/>
          </a:ln>
        </p:spPr>
      </p:cxnSp>
      <p:sp>
        <p:nvSpPr>
          <p:cNvPr id="1393" name="Google Shape;1393;p47"/>
          <p:cNvSpPr/>
          <p:nvPr/>
        </p:nvSpPr>
        <p:spPr>
          <a:xfrm>
            <a:off x="4411500" y="1496338"/>
            <a:ext cx="321000" cy="297600"/>
          </a:xfrm>
          <a:prstGeom prst="star8">
            <a:avLst>
              <a:gd fmla="val 301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94" name="Google Shape;1394;p47"/>
          <p:cNvSpPr/>
          <p:nvPr/>
        </p:nvSpPr>
        <p:spPr>
          <a:xfrm>
            <a:off x="4411500" y="2625763"/>
            <a:ext cx="321000" cy="297600"/>
          </a:xfrm>
          <a:prstGeom prst="star8">
            <a:avLst>
              <a:gd fmla="val 301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95" name="Google Shape;1395;p47"/>
          <p:cNvSpPr/>
          <p:nvPr/>
        </p:nvSpPr>
        <p:spPr>
          <a:xfrm>
            <a:off x="4411500" y="3755188"/>
            <a:ext cx="321000" cy="297600"/>
          </a:xfrm>
          <a:prstGeom prst="star8">
            <a:avLst>
              <a:gd fmla="val 301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396" name="Google Shape;1396;p47"/>
          <p:cNvSpPr txBox="1"/>
          <p:nvPr>
            <p:ph idx="1" type="body"/>
          </p:nvPr>
        </p:nvSpPr>
        <p:spPr>
          <a:xfrm>
            <a:off x="4941925" y="1428850"/>
            <a:ext cx="3890400" cy="432600"/>
          </a:xfrm>
          <a:prstGeom prst="rect">
            <a:avLst/>
          </a:prstGeom>
        </p:spPr>
        <p:txBody>
          <a:bodyPr anchorCtr="0" anchor="ctr"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397" name="Google Shape;1397;p47"/>
          <p:cNvSpPr txBox="1"/>
          <p:nvPr>
            <p:ph idx="2" type="subTitle"/>
          </p:nvPr>
        </p:nvSpPr>
        <p:spPr>
          <a:xfrm>
            <a:off x="1356275" y="1547350"/>
            <a:ext cx="2845800" cy="195600"/>
          </a:xfrm>
          <a:prstGeom prst="rect">
            <a:avLst/>
          </a:prstGeom>
        </p:spPr>
        <p:txBody>
          <a:bodyPr anchorCtr="0" anchor="t" bIns="0" lIns="0" spcFirstLastPara="1" rIns="0" wrap="square" tIns="0">
            <a:noAutofit/>
          </a:bodyPr>
          <a:lstStyle>
            <a:lvl1pPr lvl="0" algn="r">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398" name="Google Shape;1398;p47"/>
          <p:cNvSpPr txBox="1"/>
          <p:nvPr>
            <p:ph idx="3" type="body"/>
          </p:nvPr>
        </p:nvSpPr>
        <p:spPr>
          <a:xfrm>
            <a:off x="311700" y="2532775"/>
            <a:ext cx="3890400" cy="432600"/>
          </a:xfrm>
          <a:prstGeom prst="rect">
            <a:avLst/>
          </a:prstGeom>
        </p:spPr>
        <p:txBody>
          <a:bodyPr anchorCtr="0" anchor="ctr" bIns="0" lIns="0" spcFirstLastPara="1" rIns="0" wrap="square" tIns="0">
            <a:noAutofit/>
          </a:bodyPr>
          <a:lstStyle>
            <a:lvl1pPr indent="-292100" lvl="0" marL="457200" algn="r">
              <a:spcBef>
                <a:spcPts val="0"/>
              </a:spcBef>
              <a:spcAft>
                <a:spcPts val="0"/>
              </a:spcAft>
              <a:buSzPts val="1000"/>
              <a:buChar char="●"/>
              <a:defRPr sz="1000"/>
            </a:lvl1pPr>
            <a:lvl2pPr indent="-292100" lvl="1" marL="914400" algn="r">
              <a:spcBef>
                <a:spcPts val="0"/>
              </a:spcBef>
              <a:spcAft>
                <a:spcPts val="0"/>
              </a:spcAft>
              <a:buSzPts val="1000"/>
              <a:buChar char="○"/>
              <a:defRPr sz="1000"/>
            </a:lvl2pPr>
            <a:lvl3pPr indent="-292100" lvl="2" marL="1371600" algn="r">
              <a:spcBef>
                <a:spcPts val="0"/>
              </a:spcBef>
              <a:spcAft>
                <a:spcPts val="0"/>
              </a:spcAft>
              <a:buSzPts val="1000"/>
              <a:buChar char="■"/>
              <a:defRPr sz="1000"/>
            </a:lvl3pPr>
            <a:lvl4pPr indent="-292100" lvl="3" marL="1828800" algn="r">
              <a:spcBef>
                <a:spcPts val="0"/>
              </a:spcBef>
              <a:spcAft>
                <a:spcPts val="0"/>
              </a:spcAft>
              <a:buSzPts val="1000"/>
              <a:buChar char="●"/>
              <a:defRPr sz="1000"/>
            </a:lvl4pPr>
            <a:lvl5pPr indent="-292100" lvl="4" marL="2286000" algn="r">
              <a:spcBef>
                <a:spcPts val="0"/>
              </a:spcBef>
              <a:spcAft>
                <a:spcPts val="0"/>
              </a:spcAft>
              <a:buSzPts val="1000"/>
              <a:buChar char="○"/>
              <a:defRPr sz="1000"/>
            </a:lvl5pPr>
            <a:lvl6pPr indent="-292100" lvl="5" marL="2743200" algn="r">
              <a:spcBef>
                <a:spcPts val="0"/>
              </a:spcBef>
              <a:spcAft>
                <a:spcPts val="0"/>
              </a:spcAft>
              <a:buSzPts val="1000"/>
              <a:buChar char="■"/>
              <a:defRPr sz="1000"/>
            </a:lvl6pPr>
            <a:lvl7pPr indent="-292100" lvl="6" marL="3200400" algn="r">
              <a:spcBef>
                <a:spcPts val="0"/>
              </a:spcBef>
              <a:spcAft>
                <a:spcPts val="0"/>
              </a:spcAft>
              <a:buSzPts val="1000"/>
              <a:buChar char="●"/>
              <a:defRPr sz="1000"/>
            </a:lvl7pPr>
            <a:lvl8pPr indent="-292100" lvl="7" marL="3657600" algn="r">
              <a:spcBef>
                <a:spcPts val="0"/>
              </a:spcBef>
              <a:spcAft>
                <a:spcPts val="0"/>
              </a:spcAft>
              <a:buSzPts val="1000"/>
              <a:buChar char="○"/>
              <a:defRPr sz="1000"/>
            </a:lvl8pPr>
            <a:lvl9pPr indent="-292100" lvl="8" marL="4114800" algn="r">
              <a:spcBef>
                <a:spcPts val="0"/>
              </a:spcBef>
              <a:spcAft>
                <a:spcPts val="0"/>
              </a:spcAft>
              <a:buSzPts val="1000"/>
              <a:buChar char="■"/>
              <a:defRPr sz="1000"/>
            </a:lvl9pPr>
          </a:lstStyle>
          <a:p/>
        </p:txBody>
      </p:sp>
      <p:sp>
        <p:nvSpPr>
          <p:cNvPr id="1399" name="Google Shape;1399;p47"/>
          <p:cNvSpPr txBox="1"/>
          <p:nvPr>
            <p:ph idx="4" type="body"/>
          </p:nvPr>
        </p:nvSpPr>
        <p:spPr>
          <a:xfrm>
            <a:off x="4941925" y="3687700"/>
            <a:ext cx="3890400" cy="432600"/>
          </a:xfrm>
          <a:prstGeom prst="rect">
            <a:avLst/>
          </a:prstGeom>
        </p:spPr>
        <p:txBody>
          <a:bodyPr anchorCtr="0" anchor="ctr"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00" name="Google Shape;1400;p47"/>
          <p:cNvSpPr txBox="1"/>
          <p:nvPr>
            <p:ph idx="5" type="subTitle"/>
          </p:nvPr>
        </p:nvSpPr>
        <p:spPr>
          <a:xfrm>
            <a:off x="1356275" y="3755200"/>
            <a:ext cx="2845800" cy="195600"/>
          </a:xfrm>
          <a:prstGeom prst="rect">
            <a:avLst/>
          </a:prstGeom>
        </p:spPr>
        <p:txBody>
          <a:bodyPr anchorCtr="0" anchor="t" bIns="0" lIns="0" spcFirstLastPara="1" rIns="0" wrap="square" tIns="0">
            <a:noAutofit/>
          </a:bodyPr>
          <a:lstStyle>
            <a:lvl1pPr lvl="0" algn="r">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401" name="Google Shape;1401;p47"/>
          <p:cNvSpPr txBox="1"/>
          <p:nvPr>
            <p:ph idx="6" type="subTitle"/>
          </p:nvPr>
        </p:nvSpPr>
        <p:spPr>
          <a:xfrm>
            <a:off x="4941900" y="2676775"/>
            <a:ext cx="2845800" cy="195600"/>
          </a:xfrm>
          <a:prstGeom prst="rect">
            <a:avLst/>
          </a:prstGeom>
        </p:spPr>
        <p:txBody>
          <a:bodyPr anchorCtr="0" anchor="t" bIns="0" lIns="0" spcFirstLastPara="1" rIns="0" wrap="square" tIns="0">
            <a:noAutofit/>
          </a:bodyPr>
          <a:lstStyle>
            <a:lvl1pPr lvl="0" algn="l">
              <a:spcBef>
                <a:spcPts val="0"/>
              </a:spcBef>
              <a:spcAft>
                <a:spcPts val="0"/>
              </a:spcAft>
              <a:buClr>
                <a:schemeClr val="accent4"/>
              </a:buClr>
              <a:buSzPts val="1200"/>
              <a:buNone/>
              <a:defRPr sz="1200">
                <a:solidFill>
                  <a:schemeClr val="accent4"/>
                </a:solidFill>
              </a:defRPr>
            </a:lvl1pPr>
            <a:lvl2pPr lvl="1" algn="l">
              <a:spcBef>
                <a:spcPts val="0"/>
              </a:spcBef>
              <a:spcAft>
                <a:spcPts val="0"/>
              </a:spcAft>
              <a:buClr>
                <a:schemeClr val="lt1"/>
              </a:buClr>
              <a:buSzPts val="1200"/>
              <a:buNone/>
              <a:defRPr sz="1200">
                <a:solidFill>
                  <a:schemeClr val="lt1"/>
                </a:solidFill>
              </a:defRPr>
            </a:lvl2pPr>
            <a:lvl3pPr lvl="2" algn="l">
              <a:spcBef>
                <a:spcPts val="0"/>
              </a:spcBef>
              <a:spcAft>
                <a:spcPts val="0"/>
              </a:spcAft>
              <a:buClr>
                <a:schemeClr val="lt1"/>
              </a:buClr>
              <a:buSzPts val="1200"/>
              <a:buNone/>
              <a:defRPr sz="1200">
                <a:solidFill>
                  <a:schemeClr val="lt1"/>
                </a:solidFill>
              </a:defRPr>
            </a:lvl3pPr>
            <a:lvl4pPr lvl="3" algn="l">
              <a:spcBef>
                <a:spcPts val="0"/>
              </a:spcBef>
              <a:spcAft>
                <a:spcPts val="0"/>
              </a:spcAft>
              <a:buClr>
                <a:schemeClr val="lt1"/>
              </a:buClr>
              <a:buSzPts val="1200"/>
              <a:buNone/>
              <a:defRPr sz="1200">
                <a:solidFill>
                  <a:schemeClr val="lt1"/>
                </a:solidFill>
              </a:defRPr>
            </a:lvl4pPr>
            <a:lvl5pPr lvl="4" algn="l">
              <a:spcBef>
                <a:spcPts val="0"/>
              </a:spcBef>
              <a:spcAft>
                <a:spcPts val="0"/>
              </a:spcAft>
              <a:buClr>
                <a:schemeClr val="lt1"/>
              </a:buClr>
              <a:buSzPts val="1200"/>
              <a:buNone/>
              <a:defRPr sz="1200">
                <a:solidFill>
                  <a:schemeClr val="lt1"/>
                </a:solidFill>
              </a:defRPr>
            </a:lvl5pPr>
            <a:lvl6pPr lvl="5" algn="l">
              <a:spcBef>
                <a:spcPts val="0"/>
              </a:spcBef>
              <a:spcAft>
                <a:spcPts val="0"/>
              </a:spcAft>
              <a:buClr>
                <a:schemeClr val="lt1"/>
              </a:buClr>
              <a:buSzPts val="1200"/>
              <a:buNone/>
              <a:defRPr sz="1200">
                <a:solidFill>
                  <a:schemeClr val="lt1"/>
                </a:solidFill>
              </a:defRPr>
            </a:lvl6pPr>
            <a:lvl7pPr lvl="6" algn="l">
              <a:spcBef>
                <a:spcPts val="0"/>
              </a:spcBef>
              <a:spcAft>
                <a:spcPts val="0"/>
              </a:spcAft>
              <a:buClr>
                <a:schemeClr val="lt1"/>
              </a:buClr>
              <a:buSzPts val="1200"/>
              <a:buNone/>
              <a:defRPr sz="1200">
                <a:solidFill>
                  <a:schemeClr val="lt1"/>
                </a:solidFill>
              </a:defRPr>
            </a:lvl7pPr>
            <a:lvl8pPr lvl="7" algn="l">
              <a:spcBef>
                <a:spcPts val="0"/>
              </a:spcBef>
              <a:spcAft>
                <a:spcPts val="0"/>
              </a:spcAft>
              <a:buClr>
                <a:schemeClr val="lt1"/>
              </a:buClr>
              <a:buSzPts val="1200"/>
              <a:buNone/>
              <a:defRPr sz="1200">
                <a:solidFill>
                  <a:schemeClr val="lt1"/>
                </a:solidFill>
              </a:defRPr>
            </a:lvl8pPr>
            <a:lvl9pPr lvl="8" algn="l">
              <a:spcBef>
                <a:spcPts val="0"/>
              </a:spcBef>
              <a:spcAft>
                <a:spcPts val="0"/>
              </a:spcAft>
              <a:buClr>
                <a:schemeClr val="lt1"/>
              </a:buClr>
              <a:buSzPts val="1200"/>
              <a:buNone/>
              <a:defRPr sz="1200">
                <a:solidFill>
                  <a:schemeClr val="lt1"/>
                </a:solidFill>
              </a:defRPr>
            </a:lvl9pPr>
          </a:lstStyle>
          <a:p/>
        </p:txBody>
      </p:sp>
      <p:sp>
        <p:nvSpPr>
          <p:cNvPr id="1402" name="Google Shape;1402;p47"/>
          <p:cNvSpPr/>
          <p:nvPr/>
        </p:nvSpPr>
        <p:spPr>
          <a:xfrm>
            <a:off x="-6325" y="4710925"/>
            <a:ext cx="9144000" cy="4326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items on timeline v2">
  <p:cSld name="CUSTOM_28">
    <p:bg>
      <p:bgPr>
        <a:solidFill>
          <a:schemeClr val="accent5"/>
        </a:solidFill>
      </p:bgPr>
    </p:bg>
    <p:spTree>
      <p:nvGrpSpPr>
        <p:cNvPr id="1403" name="Shape 1403"/>
        <p:cNvGrpSpPr/>
        <p:nvPr/>
      </p:nvGrpSpPr>
      <p:grpSpPr>
        <a:xfrm>
          <a:off x="0" y="0"/>
          <a:ext cx="0" cy="0"/>
          <a:chOff x="0" y="0"/>
          <a:chExt cx="0" cy="0"/>
        </a:xfrm>
      </p:grpSpPr>
      <p:sp>
        <p:nvSpPr>
          <p:cNvPr id="1404" name="Google Shape;1404;p48"/>
          <p:cNvSpPr txBox="1"/>
          <p:nvPr>
            <p:ph type="title"/>
          </p:nvPr>
        </p:nvSpPr>
        <p:spPr>
          <a:xfrm>
            <a:off x="311700" y="292625"/>
            <a:ext cx="8520600" cy="572700"/>
          </a:xfrm>
          <a:prstGeom prst="rect">
            <a:avLst/>
          </a:prstGeom>
        </p:spPr>
        <p:txBody>
          <a:bodyPr anchorCtr="0" anchor="t" bIns="0" lIns="0" spcFirstLastPara="1" rIns="0" wrap="square" tIns="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cxnSp>
        <p:nvCxnSpPr>
          <p:cNvPr id="1405" name="Google Shape;1405;p48"/>
          <p:cNvCxnSpPr/>
          <p:nvPr/>
        </p:nvCxnSpPr>
        <p:spPr>
          <a:xfrm rot="10800000">
            <a:off x="311625" y="2335600"/>
            <a:ext cx="8543100" cy="0"/>
          </a:xfrm>
          <a:prstGeom prst="straightConnector1">
            <a:avLst/>
          </a:prstGeom>
          <a:noFill/>
          <a:ln cap="flat" cmpd="sng" w="28575">
            <a:solidFill>
              <a:schemeClr val="accent1"/>
            </a:solidFill>
            <a:prstDash val="lgDash"/>
            <a:round/>
            <a:headEnd len="med" w="med" type="none"/>
            <a:tailEnd len="med" w="med" type="none"/>
          </a:ln>
        </p:spPr>
      </p:cxnSp>
      <p:grpSp>
        <p:nvGrpSpPr>
          <p:cNvPr id="1406" name="Google Shape;1406;p48"/>
          <p:cNvGrpSpPr/>
          <p:nvPr/>
        </p:nvGrpSpPr>
        <p:grpSpPr>
          <a:xfrm>
            <a:off x="4397680" y="2161287"/>
            <a:ext cx="348629" cy="348629"/>
            <a:chOff x="2421225" y="305100"/>
            <a:chExt cx="1684200" cy="1684200"/>
          </a:xfrm>
        </p:grpSpPr>
        <p:sp>
          <p:nvSpPr>
            <p:cNvPr id="1407" name="Google Shape;1407;p48"/>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08" name="Google Shape;1408;p48"/>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09" name="Google Shape;1409;p48"/>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10" name="Google Shape;1410;p48"/>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411" name="Google Shape;1411;p48"/>
          <p:cNvGrpSpPr/>
          <p:nvPr/>
        </p:nvGrpSpPr>
        <p:grpSpPr>
          <a:xfrm>
            <a:off x="7010705" y="2161287"/>
            <a:ext cx="348629" cy="348629"/>
            <a:chOff x="2421225" y="305100"/>
            <a:chExt cx="1684200" cy="1684200"/>
          </a:xfrm>
        </p:grpSpPr>
        <p:sp>
          <p:nvSpPr>
            <p:cNvPr id="1412" name="Google Shape;1412;p48"/>
            <p:cNvSpPr/>
            <p:nvPr/>
          </p:nvSpPr>
          <p:spPr>
            <a:xfrm rot="-5400000">
              <a:off x="3039675" y="305100"/>
              <a:ext cx="447300" cy="1684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13" name="Google Shape;1413;p48"/>
            <p:cNvSpPr/>
            <p:nvPr/>
          </p:nvSpPr>
          <p:spPr>
            <a:xfrm>
              <a:off x="3039675" y="305100"/>
              <a:ext cx="447300" cy="1684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14" name="Google Shape;1414;p48"/>
            <p:cNvSpPr/>
            <p:nvPr/>
          </p:nvSpPr>
          <p:spPr>
            <a:xfrm rot="-8100000">
              <a:off x="3039778" y="304985"/>
              <a:ext cx="447174" cy="1684328"/>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15" name="Google Shape;1415;p48"/>
            <p:cNvSpPr/>
            <p:nvPr/>
          </p:nvSpPr>
          <p:spPr>
            <a:xfrm rot="-2700000">
              <a:off x="3039689" y="305076"/>
              <a:ext cx="447174" cy="1684328"/>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416" name="Google Shape;1416;p48"/>
          <p:cNvGrpSpPr/>
          <p:nvPr/>
        </p:nvGrpSpPr>
        <p:grpSpPr>
          <a:xfrm>
            <a:off x="1784655" y="2161287"/>
            <a:ext cx="348629" cy="348629"/>
            <a:chOff x="2421225" y="305100"/>
            <a:chExt cx="1684200" cy="1684200"/>
          </a:xfrm>
        </p:grpSpPr>
        <p:sp>
          <p:nvSpPr>
            <p:cNvPr id="1417" name="Google Shape;1417;p48"/>
            <p:cNvSpPr/>
            <p:nvPr/>
          </p:nvSpPr>
          <p:spPr>
            <a:xfrm rot="-5400000">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18" name="Google Shape;1418;p48"/>
            <p:cNvSpPr/>
            <p:nvPr/>
          </p:nvSpPr>
          <p:spPr>
            <a:xfrm>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19" name="Google Shape;1419;p48"/>
            <p:cNvSpPr/>
            <p:nvPr/>
          </p:nvSpPr>
          <p:spPr>
            <a:xfrm rot="-8100000">
              <a:off x="3039778" y="304985"/>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20" name="Google Shape;1420;p48"/>
            <p:cNvSpPr/>
            <p:nvPr/>
          </p:nvSpPr>
          <p:spPr>
            <a:xfrm rot="-2700000">
              <a:off x="3039689" y="305076"/>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421" name="Google Shape;1421;p48"/>
          <p:cNvSpPr txBox="1"/>
          <p:nvPr>
            <p:ph idx="1" type="subTitle"/>
          </p:nvPr>
        </p:nvSpPr>
        <p:spPr>
          <a:xfrm>
            <a:off x="1180013" y="1502357"/>
            <a:ext cx="1557900" cy="348600"/>
          </a:xfrm>
          <a:prstGeom prst="rect">
            <a:avLst/>
          </a:prstGeom>
        </p:spPr>
        <p:txBody>
          <a:bodyPr anchorCtr="0" anchor="ctr" bIns="0" lIns="0" spcFirstLastPara="1" rIns="0" wrap="square" tIns="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1422" name="Google Shape;1422;p48"/>
          <p:cNvSpPr txBox="1"/>
          <p:nvPr>
            <p:ph idx="2" type="body"/>
          </p:nvPr>
        </p:nvSpPr>
        <p:spPr>
          <a:xfrm>
            <a:off x="849263" y="2820250"/>
            <a:ext cx="2219400" cy="1601100"/>
          </a:xfrm>
          <a:prstGeom prst="rect">
            <a:avLst/>
          </a:prstGeom>
        </p:spPr>
        <p:txBody>
          <a:bodyPr anchorCtr="0" anchor="t" bIns="0" lIns="0" spcFirstLastPara="1" rIns="0" wrap="square" tIns="0">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423" name="Google Shape;1423;p48"/>
          <p:cNvSpPr txBox="1"/>
          <p:nvPr>
            <p:ph idx="3" type="subTitle"/>
          </p:nvPr>
        </p:nvSpPr>
        <p:spPr>
          <a:xfrm>
            <a:off x="3793038" y="1502357"/>
            <a:ext cx="1557900" cy="348600"/>
          </a:xfrm>
          <a:prstGeom prst="rect">
            <a:avLst/>
          </a:prstGeom>
        </p:spPr>
        <p:txBody>
          <a:bodyPr anchorCtr="0" anchor="ctr" bIns="0" lIns="0" spcFirstLastPara="1" rIns="0" wrap="square" tIns="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1424" name="Google Shape;1424;p48"/>
          <p:cNvSpPr txBox="1"/>
          <p:nvPr>
            <p:ph idx="4" type="body"/>
          </p:nvPr>
        </p:nvSpPr>
        <p:spPr>
          <a:xfrm>
            <a:off x="3462288" y="2820250"/>
            <a:ext cx="2219400" cy="1601100"/>
          </a:xfrm>
          <a:prstGeom prst="rect">
            <a:avLst/>
          </a:prstGeom>
        </p:spPr>
        <p:txBody>
          <a:bodyPr anchorCtr="0" anchor="t" bIns="0" lIns="0" spcFirstLastPara="1" rIns="0" wrap="square" tIns="0">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425" name="Google Shape;1425;p48"/>
          <p:cNvSpPr txBox="1"/>
          <p:nvPr>
            <p:ph idx="5" type="subTitle"/>
          </p:nvPr>
        </p:nvSpPr>
        <p:spPr>
          <a:xfrm>
            <a:off x="6406063" y="1502357"/>
            <a:ext cx="1557900" cy="348600"/>
          </a:xfrm>
          <a:prstGeom prst="rect">
            <a:avLst/>
          </a:prstGeom>
        </p:spPr>
        <p:txBody>
          <a:bodyPr anchorCtr="0" anchor="ctr" bIns="0" lIns="0" spcFirstLastPara="1" rIns="0" wrap="square" tIns="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1426" name="Google Shape;1426;p48"/>
          <p:cNvSpPr txBox="1"/>
          <p:nvPr>
            <p:ph idx="6" type="body"/>
          </p:nvPr>
        </p:nvSpPr>
        <p:spPr>
          <a:xfrm>
            <a:off x="6075313" y="2820250"/>
            <a:ext cx="2219400" cy="1601100"/>
          </a:xfrm>
          <a:prstGeom prst="rect">
            <a:avLst/>
          </a:prstGeom>
        </p:spPr>
        <p:txBody>
          <a:bodyPr anchorCtr="0" anchor="t" bIns="0" lIns="0" spcFirstLastPara="1" rIns="0" wrap="square" tIns="0">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427" name="Google Shape;1427;p48"/>
          <p:cNvSpPr/>
          <p:nvPr/>
        </p:nvSpPr>
        <p:spPr>
          <a:xfrm>
            <a:off x="-6325" y="4710925"/>
            <a:ext cx="9144000" cy="4326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428" name="Google Shape;1428;p48"/>
          <p:cNvGrpSpPr/>
          <p:nvPr/>
        </p:nvGrpSpPr>
        <p:grpSpPr>
          <a:xfrm>
            <a:off x="-1229633" y="-2541524"/>
            <a:ext cx="2745900" cy="3493200"/>
            <a:chOff x="7178825" y="-1812429"/>
            <a:chExt cx="2745900" cy="3493200"/>
          </a:xfrm>
        </p:grpSpPr>
        <p:cxnSp>
          <p:nvCxnSpPr>
            <p:cNvPr id="1429" name="Google Shape;1429;p48"/>
            <p:cNvCxnSpPr/>
            <p:nvPr/>
          </p:nvCxnSpPr>
          <p:spPr>
            <a:xfrm>
              <a:off x="7459281"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0" name="Google Shape;1430;p48"/>
            <p:cNvCxnSpPr/>
            <p:nvPr/>
          </p:nvCxnSpPr>
          <p:spPr>
            <a:xfrm>
              <a:off x="7728115"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1" name="Google Shape;1431;p48"/>
            <p:cNvCxnSpPr/>
            <p:nvPr/>
          </p:nvCxnSpPr>
          <p:spPr>
            <a:xfrm>
              <a:off x="7996948"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2" name="Google Shape;1432;p48"/>
            <p:cNvCxnSpPr/>
            <p:nvPr/>
          </p:nvCxnSpPr>
          <p:spPr>
            <a:xfrm>
              <a:off x="8265782"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3" name="Google Shape;1433;p48"/>
            <p:cNvCxnSpPr/>
            <p:nvPr/>
          </p:nvCxnSpPr>
          <p:spPr>
            <a:xfrm>
              <a:off x="85346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4" name="Google Shape;1434;p48"/>
            <p:cNvCxnSpPr/>
            <p:nvPr/>
          </p:nvCxnSpPr>
          <p:spPr>
            <a:xfrm>
              <a:off x="8803449"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5" name="Google Shape;1435;p48"/>
            <p:cNvCxnSpPr/>
            <p:nvPr/>
          </p:nvCxnSpPr>
          <p:spPr>
            <a:xfrm>
              <a:off x="9072283"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6" name="Google Shape;1436;p48"/>
            <p:cNvCxnSpPr/>
            <p:nvPr/>
          </p:nvCxnSpPr>
          <p:spPr>
            <a:xfrm>
              <a:off x="93411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7" name="Google Shape;1437;p48"/>
            <p:cNvCxnSpPr/>
            <p:nvPr/>
          </p:nvCxnSpPr>
          <p:spPr>
            <a:xfrm>
              <a:off x="9609950"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438" name="Google Shape;1438;p48"/>
            <p:cNvCxnSpPr/>
            <p:nvPr/>
          </p:nvCxnSpPr>
          <p:spPr>
            <a:xfrm>
              <a:off x="8551775" y="-291802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39" name="Google Shape;1439;p48"/>
            <p:cNvCxnSpPr/>
            <p:nvPr/>
          </p:nvCxnSpPr>
          <p:spPr>
            <a:xfrm>
              <a:off x="8551775" y="-2649191"/>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0" name="Google Shape;1440;p48"/>
            <p:cNvCxnSpPr/>
            <p:nvPr/>
          </p:nvCxnSpPr>
          <p:spPr>
            <a:xfrm>
              <a:off x="8551775" y="-2380357"/>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1" name="Google Shape;1441;p48"/>
            <p:cNvCxnSpPr/>
            <p:nvPr/>
          </p:nvCxnSpPr>
          <p:spPr>
            <a:xfrm>
              <a:off x="8551775" y="-2111523"/>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2" name="Google Shape;1442;p48"/>
            <p:cNvCxnSpPr/>
            <p:nvPr/>
          </p:nvCxnSpPr>
          <p:spPr>
            <a:xfrm>
              <a:off x="8551775" y="-1842689"/>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3" name="Google Shape;1443;p48"/>
            <p:cNvCxnSpPr/>
            <p:nvPr/>
          </p:nvCxnSpPr>
          <p:spPr>
            <a:xfrm>
              <a:off x="8551775" y="-157385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4" name="Google Shape;1444;p48"/>
            <p:cNvCxnSpPr/>
            <p:nvPr/>
          </p:nvCxnSpPr>
          <p:spPr>
            <a:xfrm>
              <a:off x="8551775" y="-1305020"/>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5" name="Google Shape;1445;p48"/>
            <p:cNvCxnSpPr/>
            <p:nvPr/>
          </p:nvCxnSpPr>
          <p:spPr>
            <a:xfrm>
              <a:off x="8551775" y="-1036186"/>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6" name="Google Shape;1446;p48"/>
            <p:cNvCxnSpPr/>
            <p:nvPr/>
          </p:nvCxnSpPr>
          <p:spPr>
            <a:xfrm>
              <a:off x="8551775" y="-767352"/>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7" name="Google Shape;1447;p48"/>
            <p:cNvCxnSpPr/>
            <p:nvPr/>
          </p:nvCxnSpPr>
          <p:spPr>
            <a:xfrm>
              <a:off x="8551775" y="-498518"/>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8" name="Google Shape;1448;p48"/>
            <p:cNvCxnSpPr/>
            <p:nvPr/>
          </p:nvCxnSpPr>
          <p:spPr>
            <a:xfrm>
              <a:off x="8551775" y="-229684"/>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449" name="Google Shape;1449;p48"/>
            <p:cNvCxnSpPr/>
            <p:nvPr/>
          </p:nvCxnSpPr>
          <p:spPr>
            <a:xfrm>
              <a:off x="8551775" y="39150"/>
              <a:ext cx="0" cy="2745900"/>
            </a:xfrm>
            <a:prstGeom prst="straightConnector1">
              <a:avLst/>
            </a:prstGeom>
            <a:noFill/>
            <a:ln cap="flat" cmpd="sng" w="9525">
              <a:solidFill>
                <a:schemeClr val="lt1"/>
              </a:solidFill>
              <a:prstDash val="solid"/>
              <a:round/>
              <a:headEnd len="med" w="med" type="none"/>
              <a:tailEnd len="med" w="med" type="none"/>
            </a:ln>
          </p:spPr>
        </p:cxn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4 items on timeline 1">
  <p:cSld name="CUSTOM_27">
    <p:spTree>
      <p:nvGrpSpPr>
        <p:cNvPr id="1450" name="Shape 1450"/>
        <p:cNvGrpSpPr/>
        <p:nvPr/>
      </p:nvGrpSpPr>
      <p:grpSpPr>
        <a:xfrm>
          <a:off x="0" y="0"/>
          <a:ext cx="0" cy="0"/>
          <a:chOff x="0" y="0"/>
          <a:chExt cx="0" cy="0"/>
        </a:xfrm>
      </p:grpSpPr>
      <p:sp>
        <p:nvSpPr>
          <p:cNvPr id="1451" name="Google Shape;1451;p49"/>
          <p:cNvSpPr txBox="1"/>
          <p:nvPr>
            <p:ph type="title"/>
          </p:nvPr>
        </p:nvSpPr>
        <p:spPr>
          <a:xfrm>
            <a:off x="311700" y="3688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cxnSp>
        <p:nvCxnSpPr>
          <p:cNvPr id="1452" name="Google Shape;1452;p49"/>
          <p:cNvCxnSpPr/>
          <p:nvPr/>
        </p:nvCxnSpPr>
        <p:spPr>
          <a:xfrm>
            <a:off x="2211925" y="1203850"/>
            <a:ext cx="0" cy="3597000"/>
          </a:xfrm>
          <a:prstGeom prst="straightConnector1">
            <a:avLst/>
          </a:prstGeom>
          <a:noFill/>
          <a:ln cap="flat" cmpd="sng" w="28575">
            <a:solidFill>
              <a:schemeClr val="accent1"/>
            </a:solidFill>
            <a:prstDash val="lgDash"/>
            <a:round/>
            <a:headEnd len="med" w="med" type="none"/>
            <a:tailEnd len="med" w="med" type="none"/>
          </a:ln>
        </p:spPr>
      </p:cxnSp>
      <p:sp>
        <p:nvSpPr>
          <p:cNvPr id="1453" name="Google Shape;1453;p49"/>
          <p:cNvSpPr/>
          <p:nvPr/>
        </p:nvSpPr>
        <p:spPr>
          <a:xfrm>
            <a:off x="2051425" y="1400038"/>
            <a:ext cx="321000" cy="297600"/>
          </a:xfrm>
          <a:prstGeom prst="star8">
            <a:avLst>
              <a:gd fmla="val 301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54" name="Google Shape;1454;p49"/>
          <p:cNvSpPr/>
          <p:nvPr/>
        </p:nvSpPr>
        <p:spPr>
          <a:xfrm>
            <a:off x="2051425" y="2384763"/>
            <a:ext cx="321000" cy="297600"/>
          </a:xfrm>
          <a:prstGeom prst="star8">
            <a:avLst>
              <a:gd fmla="val 301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55" name="Google Shape;1455;p49"/>
          <p:cNvSpPr/>
          <p:nvPr/>
        </p:nvSpPr>
        <p:spPr>
          <a:xfrm>
            <a:off x="2051425" y="3369488"/>
            <a:ext cx="321000" cy="297600"/>
          </a:xfrm>
          <a:prstGeom prst="star8">
            <a:avLst>
              <a:gd fmla="val 301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56" name="Google Shape;1456;p49"/>
          <p:cNvSpPr/>
          <p:nvPr/>
        </p:nvSpPr>
        <p:spPr>
          <a:xfrm>
            <a:off x="2051425" y="4354213"/>
            <a:ext cx="321000" cy="297600"/>
          </a:xfrm>
          <a:prstGeom prst="star8">
            <a:avLst>
              <a:gd fmla="val 301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57" name="Google Shape;1457;p49"/>
          <p:cNvSpPr/>
          <p:nvPr/>
        </p:nvSpPr>
        <p:spPr>
          <a:xfrm>
            <a:off x="7941900" y="0"/>
            <a:ext cx="1200600" cy="51435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58" name="Google Shape;1458;p49"/>
          <p:cNvSpPr txBox="1"/>
          <p:nvPr>
            <p:ph idx="1" type="body"/>
          </p:nvPr>
        </p:nvSpPr>
        <p:spPr>
          <a:xfrm>
            <a:off x="2554250" y="1332550"/>
            <a:ext cx="5217300" cy="432600"/>
          </a:xfrm>
          <a:prstGeom prst="rect">
            <a:avLst/>
          </a:prstGeom>
        </p:spPr>
        <p:txBody>
          <a:bodyPr anchorCtr="0" anchor="ctr"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59" name="Google Shape;1459;p49"/>
          <p:cNvSpPr txBox="1"/>
          <p:nvPr>
            <p:ph idx="2" type="subTitle"/>
          </p:nvPr>
        </p:nvSpPr>
        <p:spPr>
          <a:xfrm>
            <a:off x="311700" y="1451050"/>
            <a:ext cx="1557900" cy="195600"/>
          </a:xfrm>
          <a:prstGeom prst="rect">
            <a:avLst/>
          </a:prstGeom>
        </p:spPr>
        <p:txBody>
          <a:bodyPr anchorCtr="0" anchor="ctr" bIns="0" lIns="0" spcFirstLastPara="1" rIns="0" wrap="square" tIns="0">
            <a:noAutofit/>
          </a:bodyPr>
          <a:lstStyle>
            <a:lvl1pPr lvl="0" algn="r">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460" name="Google Shape;1460;p49"/>
          <p:cNvSpPr txBox="1"/>
          <p:nvPr>
            <p:ph idx="3" type="body"/>
          </p:nvPr>
        </p:nvSpPr>
        <p:spPr>
          <a:xfrm>
            <a:off x="2554250" y="2342150"/>
            <a:ext cx="5217300" cy="432600"/>
          </a:xfrm>
          <a:prstGeom prst="rect">
            <a:avLst/>
          </a:prstGeom>
        </p:spPr>
        <p:txBody>
          <a:bodyPr anchorCtr="0" anchor="ctr"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61" name="Google Shape;1461;p49"/>
          <p:cNvSpPr txBox="1"/>
          <p:nvPr>
            <p:ph idx="4" type="subTitle"/>
          </p:nvPr>
        </p:nvSpPr>
        <p:spPr>
          <a:xfrm>
            <a:off x="311700" y="2410275"/>
            <a:ext cx="1557900" cy="195600"/>
          </a:xfrm>
          <a:prstGeom prst="rect">
            <a:avLst/>
          </a:prstGeom>
        </p:spPr>
        <p:txBody>
          <a:bodyPr anchorCtr="0" anchor="ctr" bIns="0" lIns="0" spcFirstLastPara="1" rIns="0" wrap="square" tIns="0">
            <a:noAutofit/>
          </a:bodyPr>
          <a:lstStyle>
            <a:lvl1pPr lvl="0" algn="r">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462" name="Google Shape;1462;p49"/>
          <p:cNvSpPr txBox="1"/>
          <p:nvPr>
            <p:ph idx="5" type="body"/>
          </p:nvPr>
        </p:nvSpPr>
        <p:spPr>
          <a:xfrm>
            <a:off x="2554250" y="3351742"/>
            <a:ext cx="5217300" cy="432600"/>
          </a:xfrm>
          <a:prstGeom prst="rect">
            <a:avLst/>
          </a:prstGeom>
        </p:spPr>
        <p:txBody>
          <a:bodyPr anchorCtr="0" anchor="ctr"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63" name="Google Shape;1463;p49"/>
          <p:cNvSpPr txBox="1"/>
          <p:nvPr>
            <p:ph idx="6" type="subTitle"/>
          </p:nvPr>
        </p:nvSpPr>
        <p:spPr>
          <a:xfrm>
            <a:off x="311700" y="3351742"/>
            <a:ext cx="1557900" cy="195600"/>
          </a:xfrm>
          <a:prstGeom prst="rect">
            <a:avLst/>
          </a:prstGeom>
        </p:spPr>
        <p:txBody>
          <a:bodyPr anchorCtr="0" anchor="ctr" bIns="0" lIns="0" spcFirstLastPara="1" rIns="0" wrap="square" tIns="0">
            <a:noAutofit/>
          </a:bodyPr>
          <a:lstStyle>
            <a:lvl1pPr lvl="0" algn="r">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464" name="Google Shape;1464;p49"/>
          <p:cNvSpPr txBox="1"/>
          <p:nvPr>
            <p:ph idx="7" type="body"/>
          </p:nvPr>
        </p:nvSpPr>
        <p:spPr>
          <a:xfrm>
            <a:off x="2554250" y="4286717"/>
            <a:ext cx="5217300" cy="432600"/>
          </a:xfrm>
          <a:prstGeom prst="rect">
            <a:avLst/>
          </a:prstGeom>
        </p:spPr>
        <p:txBody>
          <a:bodyPr anchorCtr="0" anchor="ctr"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65" name="Google Shape;1465;p49"/>
          <p:cNvSpPr txBox="1"/>
          <p:nvPr>
            <p:ph idx="8" type="subTitle"/>
          </p:nvPr>
        </p:nvSpPr>
        <p:spPr>
          <a:xfrm>
            <a:off x="311700" y="4361367"/>
            <a:ext cx="1557900" cy="195600"/>
          </a:xfrm>
          <a:prstGeom prst="rect">
            <a:avLst/>
          </a:prstGeom>
        </p:spPr>
        <p:txBody>
          <a:bodyPr anchorCtr="0" anchor="ctr" bIns="0" lIns="0" spcFirstLastPara="1" rIns="0" wrap="square" tIns="0">
            <a:noAutofit/>
          </a:bodyPr>
          <a:lstStyle>
            <a:lvl1pPr lvl="0" algn="r">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grpSp>
        <p:nvGrpSpPr>
          <p:cNvPr id="1466" name="Google Shape;1466;p49"/>
          <p:cNvGrpSpPr/>
          <p:nvPr/>
        </p:nvGrpSpPr>
        <p:grpSpPr>
          <a:xfrm>
            <a:off x="5341838" y="-869090"/>
            <a:ext cx="1238898" cy="1238898"/>
            <a:chOff x="2421225" y="305100"/>
            <a:chExt cx="1684200" cy="1684200"/>
          </a:xfrm>
        </p:grpSpPr>
        <p:sp>
          <p:nvSpPr>
            <p:cNvPr id="1467" name="Google Shape;1467;p49"/>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68" name="Google Shape;1468;p49"/>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69" name="Google Shape;1469;p49"/>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70" name="Google Shape;1470;p49"/>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471" name="Google Shape;1471;p49"/>
          <p:cNvGrpSpPr/>
          <p:nvPr/>
        </p:nvGrpSpPr>
        <p:grpSpPr>
          <a:xfrm>
            <a:off x="8664825" y="4507225"/>
            <a:ext cx="849600" cy="697200"/>
            <a:chOff x="489200" y="476250"/>
            <a:chExt cx="849600" cy="697200"/>
          </a:xfrm>
        </p:grpSpPr>
        <p:sp>
          <p:nvSpPr>
            <p:cNvPr id="1472" name="Google Shape;1472;p49"/>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73" name="Google Shape;1473;p49"/>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74" name="Google Shape;1474;p49"/>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75" name="Google Shape;1475;p49"/>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76" name="Google Shape;1476;p49"/>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77" name="Google Shape;1477;p49"/>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78" name="Google Shape;1478;p49"/>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79" name="Google Shape;1479;p49"/>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0" name="Google Shape;1480;p49"/>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1" name="Google Shape;1481;p49"/>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2" name="Google Shape;1482;p49"/>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3" name="Google Shape;1483;p49"/>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4" name="Google Shape;1484;p49"/>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5" name="Google Shape;1485;p49"/>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6" name="Google Shape;1486;p49"/>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7" name="Google Shape;1487;p49"/>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8" name="Google Shape;1488;p49"/>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89" name="Google Shape;1489;p49"/>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0" name="Google Shape;1490;p49"/>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1" name="Google Shape;1491;p49"/>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2" name="Google Shape;1492;p49"/>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3" name="Google Shape;1493;p49"/>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4" name="Google Shape;1494;p49"/>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5" name="Google Shape;1495;p49"/>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6" name="Google Shape;1496;p49"/>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7" name="Google Shape;1497;p49"/>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8" name="Google Shape;1498;p49"/>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499" name="Google Shape;1499;p49"/>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00" name="Google Shape;1500;p49"/>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01" name="Google Shape;1501;p49"/>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user slide - v1">
  <p:cSld name="CUSTOM_29">
    <p:spTree>
      <p:nvGrpSpPr>
        <p:cNvPr id="1502" name="Shape 1502"/>
        <p:cNvGrpSpPr/>
        <p:nvPr/>
      </p:nvGrpSpPr>
      <p:grpSpPr>
        <a:xfrm>
          <a:off x="0" y="0"/>
          <a:ext cx="0" cy="0"/>
          <a:chOff x="0" y="0"/>
          <a:chExt cx="0" cy="0"/>
        </a:xfrm>
      </p:grpSpPr>
      <p:grpSp>
        <p:nvGrpSpPr>
          <p:cNvPr id="1503" name="Google Shape;1503;p50"/>
          <p:cNvGrpSpPr/>
          <p:nvPr/>
        </p:nvGrpSpPr>
        <p:grpSpPr>
          <a:xfrm>
            <a:off x="7804400" y="3929459"/>
            <a:ext cx="1994400" cy="1981200"/>
            <a:chOff x="740850" y="1775184"/>
            <a:chExt cx="1994400" cy="1981200"/>
          </a:xfrm>
        </p:grpSpPr>
        <p:cxnSp>
          <p:nvCxnSpPr>
            <p:cNvPr id="1504" name="Google Shape;1504;p50"/>
            <p:cNvCxnSpPr/>
            <p:nvPr/>
          </p:nvCxnSpPr>
          <p:spPr>
            <a:xfrm>
              <a:off x="747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05" name="Google Shape;1505;p50"/>
            <p:cNvCxnSpPr/>
            <p:nvPr/>
          </p:nvCxnSpPr>
          <p:spPr>
            <a:xfrm>
              <a:off x="899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06" name="Google Shape;1506;p50"/>
            <p:cNvCxnSpPr/>
            <p:nvPr/>
          </p:nvCxnSpPr>
          <p:spPr>
            <a:xfrm>
              <a:off x="1052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07" name="Google Shape;1507;p50"/>
            <p:cNvCxnSpPr/>
            <p:nvPr/>
          </p:nvCxnSpPr>
          <p:spPr>
            <a:xfrm>
              <a:off x="1204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08" name="Google Shape;1508;p50"/>
            <p:cNvCxnSpPr/>
            <p:nvPr/>
          </p:nvCxnSpPr>
          <p:spPr>
            <a:xfrm>
              <a:off x="1357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09" name="Google Shape;1509;p50"/>
            <p:cNvCxnSpPr/>
            <p:nvPr/>
          </p:nvCxnSpPr>
          <p:spPr>
            <a:xfrm>
              <a:off x="1509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0" name="Google Shape;1510;p50"/>
            <p:cNvCxnSpPr/>
            <p:nvPr/>
          </p:nvCxnSpPr>
          <p:spPr>
            <a:xfrm>
              <a:off x="1661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1" name="Google Shape;1511;p50"/>
            <p:cNvCxnSpPr/>
            <p:nvPr/>
          </p:nvCxnSpPr>
          <p:spPr>
            <a:xfrm>
              <a:off x="1814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2" name="Google Shape;1512;p50"/>
            <p:cNvCxnSpPr/>
            <p:nvPr/>
          </p:nvCxnSpPr>
          <p:spPr>
            <a:xfrm>
              <a:off x="1966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3" name="Google Shape;1513;p50"/>
            <p:cNvCxnSpPr/>
            <p:nvPr/>
          </p:nvCxnSpPr>
          <p:spPr>
            <a:xfrm>
              <a:off x="2119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4" name="Google Shape;1514;p50"/>
            <p:cNvCxnSpPr/>
            <p:nvPr/>
          </p:nvCxnSpPr>
          <p:spPr>
            <a:xfrm>
              <a:off x="2271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5" name="Google Shape;1515;p50"/>
            <p:cNvCxnSpPr/>
            <p:nvPr/>
          </p:nvCxnSpPr>
          <p:spPr>
            <a:xfrm>
              <a:off x="2423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6" name="Google Shape;1516;p50"/>
            <p:cNvCxnSpPr/>
            <p:nvPr/>
          </p:nvCxnSpPr>
          <p:spPr>
            <a:xfrm>
              <a:off x="2576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7" name="Google Shape;1517;p50"/>
            <p:cNvCxnSpPr/>
            <p:nvPr/>
          </p:nvCxnSpPr>
          <p:spPr>
            <a:xfrm>
              <a:off x="2728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1518" name="Google Shape;1518;p50"/>
            <p:cNvCxnSpPr/>
            <p:nvPr/>
          </p:nvCxnSpPr>
          <p:spPr>
            <a:xfrm>
              <a:off x="1738050" y="777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19" name="Google Shape;1519;p50"/>
            <p:cNvCxnSpPr/>
            <p:nvPr/>
          </p:nvCxnSpPr>
          <p:spPr>
            <a:xfrm>
              <a:off x="1738050" y="930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0" name="Google Shape;1520;p50"/>
            <p:cNvCxnSpPr/>
            <p:nvPr/>
          </p:nvCxnSpPr>
          <p:spPr>
            <a:xfrm>
              <a:off x="1738050" y="1082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1" name="Google Shape;1521;p50"/>
            <p:cNvCxnSpPr/>
            <p:nvPr/>
          </p:nvCxnSpPr>
          <p:spPr>
            <a:xfrm>
              <a:off x="1738050" y="1235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2" name="Google Shape;1522;p50"/>
            <p:cNvCxnSpPr/>
            <p:nvPr/>
          </p:nvCxnSpPr>
          <p:spPr>
            <a:xfrm>
              <a:off x="1738050" y="1387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3" name="Google Shape;1523;p50"/>
            <p:cNvCxnSpPr/>
            <p:nvPr/>
          </p:nvCxnSpPr>
          <p:spPr>
            <a:xfrm>
              <a:off x="1738050" y="1539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4" name="Google Shape;1524;p50"/>
            <p:cNvCxnSpPr/>
            <p:nvPr/>
          </p:nvCxnSpPr>
          <p:spPr>
            <a:xfrm>
              <a:off x="1738050" y="1692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5" name="Google Shape;1525;p50"/>
            <p:cNvCxnSpPr/>
            <p:nvPr/>
          </p:nvCxnSpPr>
          <p:spPr>
            <a:xfrm>
              <a:off x="1738050" y="1844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6" name="Google Shape;1526;p50"/>
            <p:cNvCxnSpPr/>
            <p:nvPr/>
          </p:nvCxnSpPr>
          <p:spPr>
            <a:xfrm>
              <a:off x="1738050" y="1997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7" name="Google Shape;1527;p50"/>
            <p:cNvCxnSpPr/>
            <p:nvPr/>
          </p:nvCxnSpPr>
          <p:spPr>
            <a:xfrm>
              <a:off x="1738050" y="2149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8" name="Google Shape;1528;p50"/>
            <p:cNvCxnSpPr/>
            <p:nvPr/>
          </p:nvCxnSpPr>
          <p:spPr>
            <a:xfrm>
              <a:off x="1738050" y="2301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29" name="Google Shape;1529;p50"/>
            <p:cNvCxnSpPr/>
            <p:nvPr/>
          </p:nvCxnSpPr>
          <p:spPr>
            <a:xfrm>
              <a:off x="1738050" y="2454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30" name="Google Shape;1530;p50"/>
            <p:cNvCxnSpPr/>
            <p:nvPr/>
          </p:nvCxnSpPr>
          <p:spPr>
            <a:xfrm>
              <a:off x="1738050" y="2606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1531" name="Google Shape;1531;p50"/>
            <p:cNvCxnSpPr/>
            <p:nvPr/>
          </p:nvCxnSpPr>
          <p:spPr>
            <a:xfrm>
              <a:off x="1738050" y="2759184"/>
              <a:ext cx="0" cy="1994400"/>
            </a:xfrm>
            <a:prstGeom prst="straightConnector1">
              <a:avLst/>
            </a:prstGeom>
            <a:noFill/>
            <a:ln cap="flat" cmpd="sng" w="9525">
              <a:solidFill>
                <a:schemeClr val="dk2"/>
              </a:solidFill>
              <a:prstDash val="solid"/>
              <a:round/>
              <a:headEnd len="med" w="med" type="none"/>
              <a:tailEnd len="med" w="med" type="none"/>
            </a:ln>
          </p:spPr>
        </p:cxnSp>
      </p:grpSp>
      <p:sp>
        <p:nvSpPr>
          <p:cNvPr id="1532" name="Google Shape;1532;p50"/>
          <p:cNvSpPr/>
          <p:nvPr/>
        </p:nvSpPr>
        <p:spPr>
          <a:xfrm>
            <a:off x="311700" y="362524"/>
            <a:ext cx="8443800" cy="43734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33" name="Google Shape;1533;p50"/>
          <p:cNvSpPr txBox="1"/>
          <p:nvPr>
            <p:ph type="title"/>
          </p:nvPr>
        </p:nvSpPr>
        <p:spPr>
          <a:xfrm>
            <a:off x="3774725" y="977350"/>
            <a:ext cx="44847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534" name="Google Shape;1534;p50"/>
          <p:cNvSpPr/>
          <p:nvPr/>
        </p:nvSpPr>
        <p:spPr>
          <a:xfrm>
            <a:off x="717275" y="760525"/>
            <a:ext cx="2513400" cy="3750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35" name="Google Shape;1535;p50"/>
          <p:cNvSpPr/>
          <p:nvPr>
            <p:ph idx="2" type="pic"/>
          </p:nvPr>
        </p:nvSpPr>
        <p:spPr>
          <a:xfrm>
            <a:off x="631475" y="673767"/>
            <a:ext cx="2513400" cy="2633400"/>
          </a:xfrm>
          <a:prstGeom prst="rect">
            <a:avLst/>
          </a:prstGeom>
          <a:noFill/>
          <a:ln cap="flat" cmpd="sng" w="19050">
            <a:solidFill>
              <a:srgbClr val="000000"/>
            </a:solidFill>
            <a:prstDash val="solid"/>
            <a:round/>
            <a:headEnd len="sm" w="sm" type="none"/>
            <a:tailEnd len="sm" w="sm" type="none"/>
          </a:ln>
        </p:spPr>
      </p:sp>
      <p:sp>
        <p:nvSpPr>
          <p:cNvPr id="1536" name="Google Shape;1536;p50"/>
          <p:cNvSpPr/>
          <p:nvPr/>
        </p:nvSpPr>
        <p:spPr>
          <a:xfrm>
            <a:off x="626175" y="3294075"/>
            <a:ext cx="2513400" cy="11112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37" name="Google Shape;1537;p50"/>
          <p:cNvSpPr txBox="1"/>
          <p:nvPr>
            <p:ph idx="1" type="body"/>
          </p:nvPr>
        </p:nvSpPr>
        <p:spPr>
          <a:xfrm>
            <a:off x="3774725" y="1635175"/>
            <a:ext cx="4484700" cy="20013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dk1"/>
              </a:buClr>
              <a:buSzPts val="1100"/>
              <a:buChar char="●"/>
              <a:defRPr>
                <a:solidFill>
                  <a:schemeClr val="dk1"/>
                </a:solidFill>
              </a:defRPr>
            </a:lvl1pPr>
            <a:lvl2pPr indent="-298450" lvl="1" marL="914400">
              <a:spcBef>
                <a:spcPts val="0"/>
              </a:spcBef>
              <a:spcAft>
                <a:spcPts val="0"/>
              </a:spcAft>
              <a:buClr>
                <a:schemeClr val="dk1"/>
              </a:buClr>
              <a:buSzPts val="1100"/>
              <a:buChar char="○"/>
              <a:defRPr>
                <a:solidFill>
                  <a:schemeClr val="dk1"/>
                </a:solidFill>
              </a:defRPr>
            </a:lvl2pPr>
            <a:lvl3pPr indent="-298450" lvl="2" marL="1371600">
              <a:spcBef>
                <a:spcPts val="0"/>
              </a:spcBef>
              <a:spcAft>
                <a:spcPts val="0"/>
              </a:spcAft>
              <a:buClr>
                <a:schemeClr val="dk1"/>
              </a:buClr>
              <a:buSzPts val="1100"/>
              <a:buChar char="■"/>
              <a:defRPr>
                <a:solidFill>
                  <a:schemeClr val="dk1"/>
                </a:solidFill>
              </a:defRPr>
            </a:lvl3pPr>
            <a:lvl4pPr indent="-298450" lvl="3" marL="1828800">
              <a:spcBef>
                <a:spcPts val="0"/>
              </a:spcBef>
              <a:spcAft>
                <a:spcPts val="0"/>
              </a:spcAft>
              <a:buClr>
                <a:schemeClr val="dk1"/>
              </a:buClr>
              <a:buSzPts val="1100"/>
              <a:buChar char="●"/>
              <a:defRPr>
                <a:solidFill>
                  <a:schemeClr val="dk1"/>
                </a:solidFill>
              </a:defRPr>
            </a:lvl4pPr>
            <a:lvl5pPr indent="-298450" lvl="4" marL="2286000">
              <a:spcBef>
                <a:spcPts val="0"/>
              </a:spcBef>
              <a:spcAft>
                <a:spcPts val="0"/>
              </a:spcAft>
              <a:buClr>
                <a:schemeClr val="dk1"/>
              </a:buClr>
              <a:buSzPts val="1100"/>
              <a:buChar char="○"/>
              <a:defRPr>
                <a:solidFill>
                  <a:schemeClr val="dk1"/>
                </a:solidFill>
              </a:defRPr>
            </a:lvl5pPr>
            <a:lvl6pPr indent="-298450" lvl="5" marL="2743200">
              <a:spcBef>
                <a:spcPts val="0"/>
              </a:spcBef>
              <a:spcAft>
                <a:spcPts val="0"/>
              </a:spcAft>
              <a:buClr>
                <a:schemeClr val="dk1"/>
              </a:buClr>
              <a:buSzPts val="1100"/>
              <a:buChar char="■"/>
              <a:defRPr>
                <a:solidFill>
                  <a:schemeClr val="dk1"/>
                </a:solidFill>
              </a:defRPr>
            </a:lvl6pPr>
            <a:lvl7pPr indent="-298450" lvl="6" marL="3200400">
              <a:spcBef>
                <a:spcPts val="0"/>
              </a:spcBef>
              <a:spcAft>
                <a:spcPts val="0"/>
              </a:spcAft>
              <a:buClr>
                <a:schemeClr val="dk1"/>
              </a:buClr>
              <a:buSzPts val="1100"/>
              <a:buChar char="●"/>
              <a:defRPr>
                <a:solidFill>
                  <a:schemeClr val="dk1"/>
                </a:solidFill>
              </a:defRPr>
            </a:lvl7pPr>
            <a:lvl8pPr indent="-298450" lvl="7" marL="3657600">
              <a:spcBef>
                <a:spcPts val="0"/>
              </a:spcBef>
              <a:spcAft>
                <a:spcPts val="0"/>
              </a:spcAft>
              <a:buClr>
                <a:schemeClr val="dk1"/>
              </a:buClr>
              <a:buSzPts val="1100"/>
              <a:buChar char="○"/>
              <a:defRPr>
                <a:solidFill>
                  <a:schemeClr val="dk1"/>
                </a:solidFill>
              </a:defRPr>
            </a:lvl8pPr>
            <a:lvl9pPr indent="-298450" lvl="8" marL="4114800">
              <a:spcBef>
                <a:spcPts val="0"/>
              </a:spcBef>
              <a:spcAft>
                <a:spcPts val="0"/>
              </a:spcAft>
              <a:buClr>
                <a:schemeClr val="dk1"/>
              </a:buClr>
              <a:buSzPts val="1100"/>
              <a:buChar char="■"/>
              <a:defRPr>
                <a:solidFill>
                  <a:schemeClr val="dk1"/>
                </a:solidFill>
              </a:defRPr>
            </a:lvl9pPr>
          </a:lstStyle>
          <a:p/>
        </p:txBody>
      </p:sp>
      <p:sp>
        <p:nvSpPr>
          <p:cNvPr id="1538" name="Google Shape;1538;p50"/>
          <p:cNvSpPr txBox="1"/>
          <p:nvPr>
            <p:ph idx="3" type="subTitle"/>
          </p:nvPr>
        </p:nvSpPr>
        <p:spPr>
          <a:xfrm>
            <a:off x="773075" y="3420050"/>
            <a:ext cx="2219400" cy="216300"/>
          </a:xfrm>
          <a:prstGeom prst="rect">
            <a:avLst/>
          </a:prstGeom>
        </p:spPr>
        <p:txBody>
          <a:bodyPr anchorCtr="0" anchor="t" bIns="0" lIns="0" spcFirstLastPara="1" rIns="0" wrap="square" tIns="0">
            <a:noAutofit/>
          </a:bodyPr>
          <a:lstStyle>
            <a:lvl1pPr lvl="0" algn="l">
              <a:spcBef>
                <a:spcPts val="0"/>
              </a:spcBef>
              <a:spcAft>
                <a:spcPts val="0"/>
              </a:spcAft>
              <a:buClr>
                <a:schemeClr val="dk1"/>
              </a:buClr>
              <a:buSzPts val="1400"/>
              <a:buNone/>
              <a:defRPr sz="1400">
                <a:solidFill>
                  <a:schemeClr val="dk1"/>
                </a:solidFill>
              </a:defRPr>
            </a:lvl1pPr>
            <a:lvl2pPr lvl="1" algn="l">
              <a:spcBef>
                <a:spcPts val="0"/>
              </a:spcBef>
              <a:spcAft>
                <a:spcPts val="0"/>
              </a:spcAft>
              <a:buClr>
                <a:schemeClr val="dk1"/>
              </a:buClr>
              <a:buSzPts val="1400"/>
              <a:buNone/>
              <a:defRPr sz="1400">
                <a:solidFill>
                  <a:schemeClr val="dk1"/>
                </a:solidFill>
              </a:defRPr>
            </a:lvl2pPr>
            <a:lvl3pPr lvl="2" algn="l">
              <a:spcBef>
                <a:spcPts val="0"/>
              </a:spcBef>
              <a:spcAft>
                <a:spcPts val="0"/>
              </a:spcAft>
              <a:buClr>
                <a:schemeClr val="dk1"/>
              </a:buClr>
              <a:buSzPts val="1400"/>
              <a:buNone/>
              <a:defRPr sz="1400">
                <a:solidFill>
                  <a:schemeClr val="dk1"/>
                </a:solidFill>
              </a:defRPr>
            </a:lvl3pPr>
            <a:lvl4pPr lvl="3" algn="l">
              <a:spcBef>
                <a:spcPts val="0"/>
              </a:spcBef>
              <a:spcAft>
                <a:spcPts val="0"/>
              </a:spcAft>
              <a:buClr>
                <a:schemeClr val="dk1"/>
              </a:buClr>
              <a:buSzPts val="1400"/>
              <a:buNone/>
              <a:defRPr sz="1400">
                <a:solidFill>
                  <a:schemeClr val="dk1"/>
                </a:solidFill>
              </a:defRPr>
            </a:lvl4pPr>
            <a:lvl5pPr lvl="4" algn="l">
              <a:spcBef>
                <a:spcPts val="0"/>
              </a:spcBef>
              <a:spcAft>
                <a:spcPts val="0"/>
              </a:spcAft>
              <a:buClr>
                <a:schemeClr val="dk1"/>
              </a:buClr>
              <a:buSzPts val="1400"/>
              <a:buNone/>
              <a:defRPr sz="1400">
                <a:solidFill>
                  <a:schemeClr val="dk1"/>
                </a:solidFill>
              </a:defRPr>
            </a:lvl5pPr>
            <a:lvl6pPr lvl="5" algn="l">
              <a:spcBef>
                <a:spcPts val="0"/>
              </a:spcBef>
              <a:spcAft>
                <a:spcPts val="0"/>
              </a:spcAft>
              <a:buClr>
                <a:schemeClr val="dk1"/>
              </a:buClr>
              <a:buSzPts val="1400"/>
              <a:buNone/>
              <a:defRPr sz="1400">
                <a:solidFill>
                  <a:schemeClr val="dk1"/>
                </a:solidFill>
              </a:defRPr>
            </a:lvl6pPr>
            <a:lvl7pPr lvl="6" algn="l">
              <a:spcBef>
                <a:spcPts val="0"/>
              </a:spcBef>
              <a:spcAft>
                <a:spcPts val="0"/>
              </a:spcAft>
              <a:buClr>
                <a:schemeClr val="dk1"/>
              </a:buClr>
              <a:buSzPts val="1400"/>
              <a:buNone/>
              <a:defRPr sz="1400">
                <a:solidFill>
                  <a:schemeClr val="dk1"/>
                </a:solidFill>
              </a:defRPr>
            </a:lvl7pPr>
            <a:lvl8pPr lvl="7" algn="l">
              <a:spcBef>
                <a:spcPts val="0"/>
              </a:spcBef>
              <a:spcAft>
                <a:spcPts val="0"/>
              </a:spcAft>
              <a:buClr>
                <a:schemeClr val="dk1"/>
              </a:buClr>
              <a:buSzPts val="1400"/>
              <a:buNone/>
              <a:defRPr sz="1400">
                <a:solidFill>
                  <a:schemeClr val="dk1"/>
                </a:solidFill>
              </a:defRPr>
            </a:lvl8pPr>
            <a:lvl9pPr lvl="8" algn="l">
              <a:spcBef>
                <a:spcPts val="0"/>
              </a:spcBef>
              <a:spcAft>
                <a:spcPts val="0"/>
              </a:spcAft>
              <a:buClr>
                <a:schemeClr val="dk1"/>
              </a:buClr>
              <a:buSzPts val="1400"/>
              <a:buNone/>
              <a:defRPr sz="1400">
                <a:solidFill>
                  <a:schemeClr val="dk1"/>
                </a:solidFill>
              </a:defRPr>
            </a:lvl9pPr>
          </a:lstStyle>
          <a:p/>
        </p:txBody>
      </p:sp>
      <p:sp>
        <p:nvSpPr>
          <p:cNvPr id="1539" name="Google Shape;1539;p50"/>
          <p:cNvSpPr txBox="1"/>
          <p:nvPr>
            <p:ph idx="4" type="body"/>
          </p:nvPr>
        </p:nvSpPr>
        <p:spPr>
          <a:xfrm>
            <a:off x="778475" y="3849700"/>
            <a:ext cx="2219400" cy="3969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1540" name="Google Shape;1540;p50"/>
          <p:cNvGrpSpPr/>
          <p:nvPr/>
        </p:nvGrpSpPr>
        <p:grpSpPr>
          <a:xfrm>
            <a:off x="568500" y="-410875"/>
            <a:ext cx="697200" cy="697200"/>
            <a:chOff x="2645475" y="456275"/>
            <a:chExt cx="697200" cy="697200"/>
          </a:xfrm>
        </p:grpSpPr>
        <p:sp>
          <p:nvSpPr>
            <p:cNvPr id="1541" name="Google Shape;1541;p50"/>
            <p:cNvSpPr/>
            <p:nvPr/>
          </p:nvSpPr>
          <p:spPr>
            <a:xfrm>
              <a:off x="2977275" y="456275"/>
              <a:ext cx="33600" cy="69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42" name="Google Shape;1542;p50"/>
            <p:cNvSpPr/>
            <p:nvPr/>
          </p:nvSpPr>
          <p:spPr>
            <a:xfrm rot="-5400000">
              <a:off x="2977275" y="456275"/>
              <a:ext cx="33600" cy="69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43" name="Google Shape;1543;p50"/>
            <p:cNvSpPr/>
            <p:nvPr/>
          </p:nvSpPr>
          <p:spPr>
            <a:xfrm rot="-2700000">
              <a:off x="2977290" y="456299"/>
              <a:ext cx="33517" cy="697066"/>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44" name="Google Shape;1544;p50"/>
            <p:cNvSpPr/>
            <p:nvPr/>
          </p:nvSpPr>
          <p:spPr>
            <a:xfrm rot="-8100000">
              <a:off x="2977349" y="456394"/>
              <a:ext cx="33517" cy="697066"/>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45" name="Google Shape;1545;p50"/>
            <p:cNvSpPr/>
            <p:nvPr/>
          </p:nvSpPr>
          <p:spPr>
            <a:xfrm rot="-1387885">
              <a:off x="2977170" y="456436"/>
              <a:ext cx="33601" cy="697122"/>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46" name="Google Shape;1546;p50"/>
            <p:cNvSpPr/>
            <p:nvPr/>
          </p:nvSpPr>
          <p:spPr>
            <a:xfrm rot="-6787885">
              <a:off x="2977359" y="456451"/>
              <a:ext cx="33601" cy="697122"/>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47" name="Google Shape;1547;p50"/>
            <p:cNvSpPr/>
            <p:nvPr/>
          </p:nvSpPr>
          <p:spPr>
            <a:xfrm rot="-4109047">
              <a:off x="2977190" y="456337"/>
              <a:ext cx="33537" cy="69691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48" name="Google Shape;1548;p50"/>
            <p:cNvSpPr/>
            <p:nvPr/>
          </p:nvSpPr>
          <p:spPr>
            <a:xfrm rot="-9509047">
              <a:off x="2977270" y="456558"/>
              <a:ext cx="33537" cy="69691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user layout - v2">
  <p:cSld name="CUSTOM_29_1">
    <p:bg>
      <p:bgPr>
        <a:solidFill>
          <a:schemeClr val="accent1"/>
        </a:solidFill>
      </p:bgPr>
    </p:bg>
    <p:spTree>
      <p:nvGrpSpPr>
        <p:cNvPr id="1549" name="Shape 1549"/>
        <p:cNvGrpSpPr/>
        <p:nvPr/>
      </p:nvGrpSpPr>
      <p:grpSpPr>
        <a:xfrm>
          <a:off x="0" y="0"/>
          <a:ext cx="0" cy="0"/>
          <a:chOff x="0" y="0"/>
          <a:chExt cx="0" cy="0"/>
        </a:xfrm>
      </p:grpSpPr>
      <p:sp>
        <p:nvSpPr>
          <p:cNvPr id="1550" name="Google Shape;1550;p51"/>
          <p:cNvSpPr/>
          <p:nvPr/>
        </p:nvSpPr>
        <p:spPr>
          <a:xfrm>
            <a:off x="311700" y="362524"/>
            <a:ext cx="8443800" cy="4373400"/>
          </a:xfrm>
          <a:prstGeom prst="rect">
            <a:avLst/>
          </a:pr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51" name="Google Shape;1551;p51"/>
          <p:cNvSpPr txBox="1"/>
          <p:nvPr>
            <p:ph type="title"/>
          </p:nvPr>
        </p:nvSpPr>
        <p:spPr>
          <a:xfrm>
            <a:off x="726725" y="977350"/>
            <a:ext cx="44847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552" name="Google Shape;1552;p51"/>
          <p:cNvSpPr/>
          <p:nvPr/>
        </p:nvSpPr>
        <p:spPr>
          <a:xfrm>
            <a:off x="5908400" y="760525"/>
            <a:ext cx="2513400" cy="3750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53" name="Google Shape;1553;p51"/>
          <p:cNvSpPr/>
          <p:nvPr>
            <p:ph idx="2" type="pic"/>
          </p:nvPr>
        </p:nvSpPr>
        <p:spPr>
          <a:xfrm>
            <a:off x="5822600" y="673767"/>
            <a:ext cx="2513400" cy="2633400"/>
          </a:xfrm>
          <a:prstGeom prst="rect">
            <a:avLst/>
          </a:prstGeom>
          <a:noFill/>
          <a:ln cap="flat" cmpd="sng" w="19050">
            <a:solidFill>
              <a:srgbClr val="000000"/>
            </a:solidFill>
            <a:prstDash val="solid"/>
            <a:round/>
            <a:headEnd len="sm" w="sm" type="none"/>
            <a:tailEnd len="sm" w="sm" type="none"/>
          </a:ln>
        </p:spPr>
      </p:sp>
      <p:sp>
        <p:nvSpPr>
          <p:cNvPr id="1554" name="Google Shape;1554;p51"/>
          <p:cNvSpPr/>
          <p:nvPr/>
        </p:nvSpPr>
        <p:spPr>
          <a:xfrm>
            <a:off x="5817300" y="3294075"/>
            <a:ext cx="2513400" cy="1111200"/>
          </a:xfrm>
          <a:prstGeom prst="rect">
            <a:avLst/>
          </a:pr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55" name="Google Shape;1555;p51"/>
          <p:cNvSpPr txBox="1"/>
          <p:nvPr>
            <p:ph idx="1" type="body"/>
          </p:nvPr>
        </p:nvSpPr>
        <p:spPr>
          <a:xfrm>
            <a:off x="726725" y="1635175"/>
            <a:ext cx="4484700" cy="20013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556" name="Google Shape;1556;p51"/>
          <p:cNvSpPr txBox="1"/>
          <p:nvPr>
            <p:ph idx="3" type="subTitle"/>
          </p:nvPr>
        </p:nvSpPr>
        <p:spPr>
          <a:xfrm>
            <a:off x="5964200" y="3420050"/>
            <a:ext cx="2219400" cy="2163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1400"/>
              <a:buNone/>
              <a:defRPr sz="1400">
                <a:solidFill>
                  <a:schemeClr val="lt1"/>
                </a:solidFill>
              </a:defRPr>
            </a:lvl1pPr>
            <a:lvl2pPr lvl="1" algn="l">
              <a:spcBef>
                <a:spcPts val="0"/>
              </a:spcBef>
              <a:spcAft>
                <a:spcPts val="0"/>
              </a:spcAft>
              <a:buClr>
                <a:schemeClr val="dk1"/>
              </a:buClr>
              <a:buSzPts val="1400"/>
              <a:buNone/>
              <a:defRPr sz="1400">
                <a:solidFill>
                  <a:schemeClr val="dk1"/>
                </a:solidFill>
              </a:defRPr>
            </a:lvl2pPr>
            <a:lvl3pPr lvl="2" algn="l">
              <a:spcBef>
                <a:spcPts val="0"/>
              </a:spcBef>
              <a:spcAft>
                <a:spcPts val="0"/>
              </a:spcAft>
              <a:buClr>
                <a:schemeClr val="dk1"/>
              </a:buClr>
              <a:buSzPts val="1400"/>
              <a:buNone/>
              <a:defRPr sz="1400">
                <a:solidFill>
                  <a:schemeClr val="dk1"/>
                </a:solidFill>
              </a:defRPr>
            </a:lvl3pPr>
            <a:lvl4pPr lvl="3" algn="l">
              <a:spcBef>
                <a:spcPts val="0"/>
              </a:spcBef>
              <a:spcAft>
                <a:spcPts val="0"/>
              </a:spcAft>
              <a:buClr>
                <a:schemeClr val="dk1"/>
              </a:buClr>
              <a:buSzPts val="1400"/>
              <a:buNone/>
              <a:defRPr sz="1400">
                <a:solidFill>
                  <a:schemeClr val="dk1"/>
                </a:solidFill>
              </a:defRPr>
            </a:lvl4pPr>
            <a:lvl5pPr lvl="4" algn="l">
              <a:spcBef>
                <a:spcPts val="0"/>
              </a:spcBef>
              <a:spcAft>
                <a:spcPts val="0"/>
              </a:spcAft>
              <a:buClr>
                <a:schemeClr val="dk1"/>
              </a:buClr>
              <a:buSzPts val="1400"/>
              <a:buNone/>
              <a:defRPr sz="1400">
                <a:solidFill>
                  <a:schemeClr val="dk1"/>
                </a:solidFill>
              </a:defRPr>
            </a:lvl5pPr>
            <a:lvl6pPr lvl="5" algn="l">
              <a:spcBef>
                <a:spcPts val="0"/>
              </a:spcBef>
              <a:spcAft>
                <a:spcPts val="0"/>
              </a:spcAft>
              <a:buClr>
                <a:schemeClr val="dk1"/>
              </a:buClr>
              <a:buSzPts val="1400"/>
              <a:buNone/>
              <a:defRPr sz="1400">
                <a:solidFill>
                  <a:schemeClr val="dk1"/>
                </a:solidFill>
              </a:defRPr>
            </a:lvl6pPr>
            <a:lvl7pPr lvl="6" algn="l">
              <a:spcBef>
                <a:spcPts val="0"/>
              </a:spcBef>
              <a:spcAft>
                <a:spcPts val="0"/>
              </a:spcAft>
              <a:buClr>
                <a:schemeClr val="dk1"/>
              </a:buClr>
              <a:buSzPts val="1400"/>
              <a:buNone/>
              <a:defRPr sz="1400">
                <a:solidFill>
                  <a:schemeClr val="dk1"/>
                </a:solidFill>
              </a:defRPr>
            </a:lvl7pPr>
            <a:lvl8pPr lvl="7" algn="l">
              <a:spcBef>
                <a:spcPts val="0"/>
              </a:spcBef>
              <a:spcAft>
                <a:spcPts val="0"/>
              </a:spcAft>
              <a:buClr>
                <a:schemeClr val="dk1"/>
              </a:buClr>
              <a:buSzPts val="1400"/>
              <a:buNone/>
              <a:defRPr sz="1400">
                <a:solidFill>
                  <a:schemeClr val="dk1"/>
                </a:solidFill>
              </a:defRPr>
            </a:lvl8pPr>
            <a:lvl9pPr lvl="8" algn="l">
              <a:spcBef>
                <a:spcPts val="0"/>
              </a:spcBef>
              <a:spcAft>
                <a:spcPts val="0"/>
              </a:spcAft>
              <a:buClr>
                <a:schemeClr val="dk1"/>
              </a:buClr>
              <a:buSzPts val="1400"/>
              <a:buNone/>
              <a:defRPr sz="1400">
                <a:solidFill>
                  <a:schemeClr val="dk1"/>
                </a:solidFill>
              </a:defRPr>
            </a:lvl9pPr>
          </a:lstStyle>
          <a:p/>
        </p:txBody>
      </p:sp>
      <p:sp>
        <p:nvSpPr>
          <p:cNvPr id="1557" name="Google Shape;1557;p51"/>
          <p:cNvSpPr txBox="1"/>
          <p:nvPr>
            <p:ph idx="4" type="body"/>
          </p:nvPr>
        </p:nvSpPr>
        <p:spPr>
          <a:xfrm>
            <a:off x="5969600" y="3849700"/>
            <a:ext cx="2219400" cy="3969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2"/>
              </a:buClr>
              <a:buSzPts val="1100"/>
              <a:buChar char="●"/>
              <a:defRPr>
                <a:solidFill>
                  <a:schemeClr val="lt2"/>
                </a:solidFill>
              </a:defRPr>
            </a:lvl1pPr>
            <a:lvl2pPr indent="-298450" lvl="1" marL="914400">
              <a:spcBef>
                <a:spcPts val="0"/>
              </a:spcBef>
              <a:spcAft>
                <a:spcPts val="0"/>
              </a:spcAft>
              <a:buClr>
                <a:schemeClr val="lt2"/>
              </a:buClr>
              <a:buSzPts val="1100"/>
              <a:buChar char="○"/>
              <a:defRPr>
                <a:solidFill>
                  <a:schemeClr val="lt2"/>
                </a:solidFill>
              </a:defRPr>
            </a:lvl2pPr>
            <a:lvl3pPr indent="-298450" lvl="2" marL="1371600">
              <a:spcBef>
                <a:spcPts val="0"/>
              </a:spcBef>
              <a:spcAft>
                <a:spcPts val="0"/>
              </a:spcAft>
              <a:buClr>
                <a:schemeClr val="lt2"/>
              </a:buClr>
              <a:buSzPts val="1100"/>
              <a:buChar char="■"/>
              <a:defRPr>
                <a:solidFill>
                  <a:schemeClr val="lt2"/>
                </a:solidFill>
              </a:defRPr>
            </a:lvl3pPr>
            <a:lvl4pPr indent="-298450" lvl="3" marL="1828800">
              <a:spcBef>
                <a:spcPts val="0"/>
              </a:spcBef>
              <a:spcAft>
                <a:spcPts val="0"/>
              </a:spcAft>
              <a:buClr>
                <a:schemeClr val="lt2"/>
              </a:buClr>
              <a:buSzPts val="1100"/>
              <a:buChar char="●"/>
              <a:defRPr>
                <a:solidFill>
                  <a:schemeClr val="lt2"/>
                </a:solidFill>
              </a:defRPr>
            </a:lvl4pPr>
            <a:lvl5pPr indent="-298450" lvl="4" marL="2286000">
              <a:spcBef>
                <a:spcPts val="0"/>
              </a:spcBef>
              <a:spcAft>
                <a:spcPts val="0"/>
              </a:spcAft>
              <a:buClr>
                <a:schemeClr val="lt2"/>
              </a:buClr>
              <a:buSzPts val="1100"/>
              <a:buChar char="○"/>
              <a:defRPr>
                <a:solidFill>
                  <a:schemeClr val="lt2"/>
                </a:solidFill>
              </a:defRPr>
            </a:lvl5pPr>
            <a:lvl6pPr indent="-298450" lvl="5" marL="2743200">
              <a:spcBef>
                <a:spcPts val="0"/>
              </a:spcBef>
              <a:spcAft>
                <a:spcPts val="0"/>
              </a:spcAft>
              <a:buClr>
                <a:schemeClr val="lt2"/>
              </a:buClr>
              <a:buSzPts val="1100"/>
              <a:buChar char="■"/>
              <a:defRPr>
                <a:solidFill>
                  <a:schemeClr val="lt2"/>
                </a:solidFill>
              </a:defRPr>
            </a:lvl6pPr>
            <a:lvl7pPr indent="-298450" lvl="6" marL="3200400">
              <a:spcBef>
                <a:spcPts val="0"/>
              </a:spcBef>
              <a:spcAft>
                <a:spcPts val="0"/>
              </a:spcAft>
              <a:buClr>
                <a:schemeClr val="lt2"/>
              </a:buClr>
              <a:buSzPts val="1100"/>
              <a:buChar char="●"/>
              <a:defRPr>
                <a:solidFill>
                  <a:schemeClr val="lt2"/>
                </a:solidFill>
              </a:defRPr>
            </a:lvl7pPr>
            <a:lvl8pPr indent="-298450" lvl="7" marL="3657600">
              <a:spcBef>
                <a:spcPts val="0"/>
              </a:spcBef>
              <a:spcAft>
                <a:spcPts val="0"/>
              </a:spcAft>
              <a:buClr>
                <a:schemeClr val="lt2"/>
              </a:buClr>
              <a:buSzPts val="1100"/>
              <a:buChar char="○"/>
              <a:defRPr>
                <a:solidFill>
                  <a:schemeClr val="lt2"/>
                </a:solidFill>
              </a:defRPr>
            </a:lvl8pPr>
            <a:lvl9pPr indent="-298450" lvl="8" marL="4114800">
              <a:spcBef>
                <a:spcPts val="0"/>
              </a:spcBef>
              <a:spcAft>
                <a:spcPts val="0"/>
              </a:spcAft>
              <a:buClr>
                <a:schemeClr val="lt2"/>
              </a:buClr>
              <a:buSzPts val="1100"/>
              <a:buChar char="■"/>
              <a:defRPr>
                <a:solidFill>
                  <a:schemeClr val="lt2"/>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user layout - v3">
  <p:cSld name="CUSTOM_30">
    <p:bg>
      <p:bgPr>
        <a:solidFill>
          <a:schemeClr val="accent5"/>
        </a:solidFill>
      </p:bgPr>
    </p:bg>
    <p:spTree>
      <p:nvGrpSpPr>
        <p:cNvPr id="1558" name="Shape 1558"/>
        <p:cNvGrpSpPr/>
        <p:nvPr/>
      </p:nvGrpSpPr>
      <p:grpSpPr>
        <a:xfrm>
          <a:off x="0" y="0"/>
          <a:ext cx="0" cy="0"/>
          <a:chOff x="0" y="0"/>
          <a:chExt cx="0" cy="0"/>
        </a:xfrm>
      </p:grpSpPr>
      <p:sp>
        <p:nvSpPr>
          <p:cNvPr id="1559" name="Google Shape;1559;p52"/>
          <p:cNvSpPr txBox="1"/>
          <p:nvPr>
            <p:ph type="title"/>
          </p:nvPr>
        </p:nvSpPr>
        <p:spPr>
          <a:xfrm>
            <a:off x="3430775" y="597425"/>
            <a:ext cx="48285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560" name="Google Shape;1560;p52"/>
          <p:cNvSpPr/>
          <p:nvPr/>
        </p:nvSpPr>
        <p:spPr>
          <a:xfrm>
            <a:off x="0" y="0"/>
            <a:ext cx="1903500" cy="16353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61" name="Google Shape;1561;p52"/>
          <p:cNvSpPr/>
          <p:nvPr/>
        </p:nvSpPr>
        <p:spPr>
          <a:xfrm>
            <a:off x="492375" y="760525"/>
            <a:ext cx="2513400" cy="3003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62" name="Google Shape;1562;p52"/>
          <p:cNvSpPr/>
          <p:nvPr>
            <p:ph idx="2" type="pic"/>
          </p:nvPr>
        </p:nvSpPr>
        <p:spPr>
          <a:xfrm>
            <a:off x="406575" y="673775"/>
            <a:ext cx="2513400" cy="3003900"/>
          </a:xfrm>
          <a:prstGeom prst="rect">
            <a:avLst/>
          </a:prstGeom>
          <a:noFill/>
          <a:ln cap="flat" cmpd="sng" w="19050">
            <a:solidFill>
              <a:srgbClr val="000000"/>
            </a:solidFill>
            <a:prstDash val="solid"/>
            <a:round/>
            <a:headEnd len="sm" w="sm" type="none"/>
            <a:tailEnd len="sm" w="sm" type="none"/>
          </a:ln>
        </p:spPr>
      </p:sp>
      <p:sp>
        <p:nvSpPr>
          <p:cNvPr id="1563" name="Google Shape;1563;p52"/>
          <p:cNvSpPr/>
          <p:nvPr/>
        </p:nvSpPr>
        <p:spPr>
          <a:xfrm>
            <a:off x="8907650" y="0"/>
            <a:ext cx="236400" cy="51435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64" name="Google Shape;1564;p52"/>
          <p:cNvSpPr txBox="1"/>
          <p:nvPr>
            <p:ph idx="1" type="body"/>
          </p:nvPr>
        </p:nvSpPr>
        <p:spPr>
          <a:xfrm>
            <a:off x="3430775" y="1635175"/>
            <a:ext cx="4828500" cy="27477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565" name="Google Shape;1565;p52"/>
          <p:cNvSpPr txBox="1"/>
          <p:nvPr>
            <p:ph idx="3" type="subTitle"/>
          </p:nvPr>
        </p:nvSpPr>
        <p:spPr>
          <a:xfrm>
            <a:off x="406575" y="3886250"/>
            <a:ext cx="2592900" cy="216300"/>
          </a:xfrm>
          <a:prstGeom prst="rect">
            <a:avLst/>
          </a:prstGeom>
        </p:spPr>
        <p:txBody>
          <a:bodyPr anchorCtr="0" anchor="t" bIns="0" lIns="0" spcFirstLastPara="1" rIns="0" wrap="square" tIns="0">
            <a:noAutofit/>
          </a:bodyPr>
          <a:lstStyle>
            <a:lvl1pPr lvl="0" algn="l">
              <a:spcBef>
                <a:spcPts val="0"/>
              </a:spcBef>
              <a:spcAft>
                <a:spcPts val="0"/>
              </a:spcAft>
              <a:buClr>
                <a:schemeClr val="dk1"/>
              </a:buClr>
              <a:buSzPts val="1400"/>
              <a:buNone/>
              <a:defRPr sz="1400">
                <a:solidFill>
                  <a:schemeClr val="dk1"/>
                </a:solidFill>
              </a:defRPr>
            </a:lvl1pPr>
            <a:lvl2pPr lvl="1" algn="l">
              <a:spcBef>
                <a:spcPts val="0"/>
              </a:spcBef>
              <a:spcAft>
                <a:spcPts val="0"/>
              </a:spcAft>
              <a:buClr>
                <a:schemeClr val="dk1"/>
              </a:buClr>
              <a:buSzPts val="1400"/>
              <a:buNone/>
              <a:defRPr sz="1400">
                <a:solidFill>
                  <a:schemeClr val="dk1"/>
                </a:solidFill>
              </a:defRPr>
            </a:lvl2pPr>
            <a:lvl3pPr lvl="2" algn="l">
              <a:spcBef>
                <a:spcPts val="0"/>
              </a:spcBef>
              <a:spcAft>
                <a:spcPts val="0"/>
              </a:spcAft>
              <a:buClr>
                <a:schemeClr val="dk1"/>
              </a:buClr>
              <a:buSzPts val="1400"/>
              <a:buNone/>
              <a:defRPr sz="1400">
                <a:solidFill>
                  <a:schemeClr val="dk1"/>
                </a:solidFill>
              </a:defRPr>
            </a:lvl3pPr>
            <a:lvl4pPr lvl="3" algn="l">
              <a:spcBef>
                <a:spcPts val="0"/>
              </a:spcBef>
              <a:spcAft>
                <a:spcPts val="0"/>
              </a:spcAft>
              <a:buClr>
                <a:schemeClr val="dk1"/>
              </a:buClr>
              <a:buSzPts val="1400"/>
              <a:buNone/>
              <a:defRPr sz="1400">
                <a:solidFill>
                  <a:schemeClr val="dk1"/>
                </a:solidFill>
              </a:defRPr>
            </a:lvl4pPr>
            <a:lvl5pPr lvl="4" algn="l">
              <a:spcBef>
                <a:spcPts val="0"/>
              </a:spcBef>
              <a:spcAft>
                <a:spcPts val="0"/>
              </a:spcAft>
              <a:buClr>
                <a:schemeClr val="dk1"/>
              </a:buClr>
              <a:buSzPts val="1400"/>
              <a:buNone/>
              <a:defRPr sz="1400">
                <a:solidFill>
                  <a:schemeClr val="dk1"/>
                </a:solidFill>
              </a:defRPr>
            </a:lvl5pPr>
            <a:lvl6pPr lvl="5" algn="l">
              <a:spcBef>
                <a:spcPts val="0"/>
              </a:spcBef>
              <a:spcAft>
                <a:spcPts val="0"/>
              </a:spcAft>
              <a:buClr>
                <a:schemeClr val="dk1"/>
              </a:buClr>
              <a:buSzPts val="1400"/>
              <a:buNone/>
              <a:defRPr sz="1400">
                <a:solidFill>
                  <a:schemeClr val="dk1"/>
                </a:solidFill>
              </a:defRPr>
            </a:lvl6pPr>
            <a:lvl7pPr lvl="6" algn="l">
              <a:spcBef>
                <a:spcPts val="0"/>
              </a:spcBef>
              <a:spcAft>
                <a:spcPts val="0"/>
              </a:spcAft>
              <a:buClr>
                <a:schemeClr val="dk1"/>
              </a:buClr>
              <a:buSzPts val="1400"/>
              <a:buNone/>
              <a:defRPr sz="1400">
                <a:solidFill>
                  <a:schemeClr val="dk1"/>
                </a:solidFill>
              </a:defRPr>
            </a:lvl7pPr>
            <a:lvl8pPr lvl="7" algn="l">
              <a:spcBef>
                <a:spcPts val="0"/>
              </a:spcBef>
              <a:spcAft>
                <a:spcPts val="0"/>
              </a:spcAft>
              <a:buClr>
                <a:schemeClr val="dk1"/>
              </a:buClr>
              <a:buSzPts val="1400"/>
              <a:buNone/>
              <a:defRPr sz="1400">
                <a:solidFill>
                  <a:schemeClr val="dk1"/>
                </a:solidFill>
              </a:defRPr>
            </a:lvl8pPr>
            <a:lvl9pPr lvl="8" algn="l">
              <a:spcBef>
                <a:spcPts val="0"/>
              </a:spcBef>
              <a:spcAft>
                <a:spcPts val="0"/>
              </a:spcAft>
              <a:buClr>
                <a:schemeClr val="dk1"/>
              </a:buClr>
              <a:buSzPts val="1400"/>
              <a:buNone/>
              <a:defRPr sz="1400">
                <a:solidFill>
                  <a:schemeClr val="dk1"/>
                </a:solidFill>
              </a:defRPr>
            </a:lvl9pPr>
          </a:lstStyle>
          <a:p/>
        </p:txBody>
      </p:sp>
      <p:sp>
        <p:nvSpPr>
          <p:cNvPr id="1566" name="Google Shape;1566;p52"/>
          <p:cNvSpPr txBox="1"/>
          <p:nvPr>
            <p:ph idx="4" type="body"/>
          </p:nvPr>
        </p:nvSpPr>
        <p:spPr>
          <a:xfrm>
            <a:off x="412884" y="4315900"/>
            <a:ext cx="2592900" cy="3969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1567" name="Google Shape;1567;p52"/>
          <p:cNvGrpSpPr/>
          <p:nvPr/>
        </p:nvGrpSpPr>
        <p:grpSpPr>
          <a:xfrm>
            <a:off x="6921634" y="3240028"/>
            <a:ext cx="1903483" cy="1903483"/>
            <a:chOff x="2421225" y="305100"/>
            <a:chExt cx="1684200" cy="1684200"/>
          </a:xfrm>
        </p:grpSpPr>
        <p:sp>
          <p:nvSpPr>
            <p:cNvPr id="1568" name="Google Shape;1568;p52"/>
            <p:cNvSpPr/>
            <p:nvPr/>
          </p:nvSpPr>
          <p:spPr>
            <a:xfrm rot="-5400000">
              <a:off x="3039675" y="305100"/>
              <a:ext cx="447300" cy="168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69" name="Google Shape;1569;p52"/>
            <p:cNvSpPr/>
            <p:nvPr/>
          </p:nvSpPr>
          <p:spPr>
            <a:xfrm>
              <a:off x="3039675" y="305100"/>
              <a:ext cx="447300" cy="168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0" name="Google Shape;1570;p52"/>
            <p:cNvSpPr/>
            <p:nvPr/>
          </p:nvSpPr>
          <p:spPr>
            <a:xfrm rot="-8100000">
              <a:off x="3039778" y="304985"/>
              <a:ext cx="447174" cy="1684328"/>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1" name="Google Shape;1571;p52"/>
            <p:cNvSpPr/>
            <p:nvPr/>
          </p:nvSpPr>
          <p:spPr>
            <a:xfrm rot="-2700000">
              <a:off x="3039689" y="305076"/>
              <a:ext cx="447174" cy="1684328"/>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572" name="Google Shape;1572;p52"/>
          <p:cNvGrpSpPr/>
          <p:nvPr/>
        </p:nvGrpSpPr>
        <p:grpSpPr>
          <a:xfrm>
            <a:off x="-225175" y="-232000"/>
            <a:ext cx="849600" cy="697200"/>
            <a:chOff x="489200" y="476250"/>
            <a:chExt cx="849600" cy="697200"/>
          </a:xfrm>
        </p:grpSpPr>
        <p:sp>
          <p:nvSpPr>
            <p:cNvPr id="1573" name="Google Shape;1573;p52"/>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4" name="Google Shape;1574;p52"/>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5" name="Google Shape;1575;p52"/>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6" name="Google Shape;1576;p52"/>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7" name="Google Shape;1577;p52"/>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8" name="Google Shape;1578;p52"/>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79" name="Google Shape;1579;p52"/>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0" name="Google Shape;1580;p52"/>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1" name="Google Shape;1581;p52"/>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2" name="Google Shape;1582;p52"/>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3" name="Google Shape;1583;p52"/>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4" name="Google Shape;1584;p52"/>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5" name="Google Shape;1585;p52"/>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6" name="Google Shape;1586;p52"/>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7" name="Google Shape;1587;p52"/>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8" name="Google Shape;1588;p52"/>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89" name="Google Shape;1589;p52"/>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0" name="Google Shape;1590;p52"/>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1" name="Google Shape;1591;p52"/>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2" name="Google Shape;1592;p52"/>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3" name="Google Shape;1593;p52"/>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4" name="Google Shape;1594;p52"/>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5" name="Google Shape;1595;p52"/>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6" name="Google Shape;1596;p52"/>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7" name="Google Shape;1597;p52"/>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8" name="Google Shape;1598;p52"/>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599" name="Google Shape;1599;p52"/>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00" name="Google Shape;1600;p52"/>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01" name="Google Shape;1601;p52"/>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02" name="Google Shape;1602;p52"/>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4 v1">
  <p:cSld name="CUSTOM_31">
    <p:bg>
      <p:bgPr>
        <a:solidFill>
          <a:schemeClr val="accent5"/>
        </a:solidFill>
      </p:bgPr>
    </p:bg>
    <p:spTree>
      <p:nvGrpSpPr>
        <p:cNvPr id="1603" name="Shape 1603"/>
        <p:cNvGrpSpPr/>
        <p:nvPr/>
      </p:nvGrpSpPr>
      <p:grpSpPr>
        <a:xfrm>
          <a:off x="0" y="0"/>
          <a:ext cx="0" cy="0"/>
          <a:chOff x="0" y="0"/>
          <a:chExt cx="0" cy="0"/>
        </a:xfrm>
      </p:grpSpPr>
      <p:grpSp>
        <p:nvGrpSpPr>
          <p:cNvPr id="1604" name="Google Shape;1604;p53"/>
          <p:cNvGrpSpPr/>
          <p:nvPr/>
        </p:nvGrpSpPr>
        <p:grpSpPr>
          <a:xfrm>
            <a:off x="7561623" y="-1622713"/>
            <a:ext cx="3245117" cy="3245117"/>
            <a:chOff x="2645475" y="456275"/>
            <a:chExt cx="697200" cy="697200"/>
          </a:xfrm>
        </p:grpSpPr>
        <p:sp>
          <p:nvSpPr>
            <p:cNvPr id="1605" name="Google Shape;1605;p53"/>
            <p:cNvSpPr/>
            <p:nvPr/>
          </p:nvSpPr>
          <p:spPr>
            <a:xfrm>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06" name="Google Shape;1606;p53"/>
            <p:cNvSpPr/>
            <p:nvPr/>
          </p:nvSpPr>
          <p:spPr>
            <a:xfrm rot="-5400000">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07" name="Google Shape;1607;p53"/>
            <p:cNvSpPr/>
            <p:nvPr/>
          </p:nvSpPr>
          <p:spPr>
            <a:xfrm rot="-2700000">
              <a:off x="2977290" y="456299"/>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08" name="Google Shape;1608;p53"/>
            <p:cNvSpPr/>
            <p:nvPr/>
          </p:nvSpPr>
          <p:spPr>
            <a:xfrm rot="-8100000">
              <a:off x="2977349" y="456394"/>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09" name="Google Shape;1609;p53"/>
            <p:cNvSpPr/>
            <p:nvPr/>
          </p:nvSpPr>
          <p:spPr>
            <a:xfrm rot="-1387885">
              <a:off x="2977170" y="456436"/>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10" name="Google Shape;1610;p53"/>
            <p:cNvSpPr/>
            <p:nvPr/>
          </p:nvSpPr>
          <p:spPr>
            <a:xfrm rot="-6787885">
              <a:off x="2977359" y="456451"/>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11" name="Google Shape;1611;p53"/>
            <p:cNvSpPr/>
            <p:nvPr/>
          </p:nvSpPr>
          <p:spPr>
            <a:xfrm rot="-4109047">
              <a:off x="2977190" y="456337"/>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12" name="Google Shape;1612;p53"/>
            <p:cNvSpPr/>
            <p:nvPr/>
          </p:nvSpPr>
          <p:spPr>
            <a:xfrm rot="-9509047">
              <a:off x="2977270" y="456558"/>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613" name="Google Shape;1613;p53"/>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14" name="Google Shape;1614;p53"/>
          <p:cNvSpPr/>
          <p:nvPr/>
        </p:nvSpPr>
        <p:spPr>
          <a:xfrm>
            <a:off x="311700" y="18971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615" name="Google Shape;1615;p53"/>
          <p:cNvSpPr txBox="1"/>
          <p:nvPr>
            <p:ph idx="1" type="body"/>
          </p:nvPr>
        </p:nvSpPr>
        <p:spPr>
          <a:xfrm>
            <a:off x="1027600" y="19638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616" name="Google Shape;1616;p53"/>
          <p:cNvSpPr/>
          <p:nvPr/>
        </p:nvSpPr>
        <p:spPr>
          <a:xfrm>
            <a:off x="311700" y="3149825"/>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617" name="Google Shape;1617;p53"/>
          <p:cNvSpPr txBox="1"/>
          <p:nvPr>
            <p:ph idx="2" type="body"/>
          </p:nvPr>
        </p:nvSpPr>
        <p:spPr>
          <a:xfrm>
            <a:off x="1027600" y="3216575"/>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618" name="Google Shape;1618;p53"/>
          <p:cNvSpPr/>
          <p:nvPr/>
        </p:nvSpPr>
        <p:spPr>
          <a:xfrm>
            <a:off x="4884325" y="18971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619" name="Google Shape;1619;p53"/>
          <p:cNvSpPr txBox="1"/>
          <p:nvPr>
            <p:ph idx="3" type="body"/>
          </p:nvPr>
        </p:nvSpPr>
        <p:spPr>
          <a:xfrm>
            <a:off x="5600225" y="19638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620" name="Google Shape;1620;p53"/>
          <p:cNvSpPr/>
          <p:nvPr/>
        </p:nvSpPr>
        <p:spPr>
          <a:xfrm>
            <a:off x="4884325" y="3149825"/>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621" name="Google Shape;1621;p53"/>
          <p:cNvSpPr txBox="1"/>
          <p:nvPr>
            <p:ph idx="4" type="body"/>
          </p:nvPr>
        </p:nvSpPr>
        <p:spPr>
          <a:xfrm>
            <a:off x="5600225" y="3216575"/>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622" name="Google Shape;1622;p53"/>
          <p:cNvSpPr/>
          <p:nvPr/>
        </p:nvSpPr>
        <p:spPr>
          <a:xfrm>
            <a:off x="-6325" y="4710925"/>
            <a:ext cx="9144000" cy="4326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23" name="Google Shape;1623;p53"/>
          <p:cNvSpPr txBox="1"/>
          <p:nvPr>
            <p:ph idx="5" type="subTitle"/>
          </p:nvPr>
        </p:nvSpPr>
        <p:spPr>
          <a:xfrm>
            <a:off x="404065" y="196385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4" name="Google Shape;1624;p53"/>
          <p:cNvSpPr txBox="1"/>
          <p:nvPr>
            <p:ph idx="6" type="subTitle"/>
          </p:nvPr>
        </p:nvSpPr>
        <p:spPr>
          <a:xfrm>
            <a:off x="4986165" y="196385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5" name="Google Shape;1625;p53"/>
          <p:cNvSpPr txBox="1"/>
          <p:nvPr>
            <p:ph idx="7" type="subTitle"/>
          </p:nvPr>
        </p:nvSpPr>
        <p:spPr>
          <a:xfrm>
            <a:off x="413540" y="32165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6" name="Google Shape;1626;p53"/>
          <p:cNvSpPr txBox="1"/>
          <p:nvPr>
            <p:ph idx="8" type="subTitle"/>
          </p:nvPr>
        </p:nvSpPr>
        <p:spPr>
          <a:xfrm>
            <a:off x="4986165" y="32165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2">
    <p:spTree>
      <p:nvGrpSpPr>
        <p:cNvPr id="1627" name="Shape 1627"/>
        <p:cNvGrpSpPr/>
        <p:nvPr/>
      </p:nvGrpSpPr>
      <p:grpSpPr>
        <a:xfrm>
          <a:off x="0" y="0"/>
          <a:ext cx="0" cy="0"/>
          <a:chOff x="0" y="0"/>
          <a:chExt cx="0" cy="0"/>
        </a:xfrm>
      </p:grpSpPr>
      <p:grpSp>
        <p:nvGrpSpPr>
          <p:cNvPr id="1628" name="Google Shape;1628;p54"/>
          <p:cNvGrpSpPr/>
          <p:nvPr/>
        </p:nvGrpSpPr>
        <p:grpSpPr>
          <a:xfrm>
            <a:off x="-364975" y="-331724"/>
            <a:ext cx="2745900" cy="3493200"/>
            <a:chOff x="7178825" y="-1812429"/>
            <a:chExt cx="2745900" cy="3493200"/>
          </a:xfrm>
        </p:grpSpPr>
        <p:cxnSp>
          <p:nvCxnSpPr>
            <p:cNvPr id="1629" name="Google Shape;1629;p54"/>
            <p:cNvCxnSpPr/>
            <p:nvPr/>
          </p:nvCxnSpPr>
          <p:spPr>
            <a:xfrm>
              <a:off x="7459281"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0" name="Google Shape;1630;p54"/>
            <p:cNvCxnSpPr/>
            <p:nvPr/>
          </p:nvCxnSpPr>
          <p:spPr>
            <a:xfrm>
              <a:off x="7728115"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1" name="Google Shape;1631;p54"/>
            <p:cNvCxnSpPr/>
            <p:nvPr/>
          </p:nvCxnSpPr>
          <p:spPr>
            <a:xfrm>
              <a:off x="7996948"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2" name="Google Shape;1632;p54"/>
            <p:cNvCxnSpPr/>
            <p:nvPr/>
          </p:nvCxnSpPr>
          <p:spPr>
            <a:xfrm>
              <a:off x="8265782"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3" name="Google Shape;1633;p54"/>
            <p:cNvCxnSpPr/>
            <p:nvPr/>
          </p:nvCxnSpPr>
          <p:spPr>
            <a:xfrm>
              <a:off x="85346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4" name="Google Shape;1634;p54"/>
            <p:cNvCxnSpPr/>
            <p:nvPr/>
          </p:nvCxnSpPr>
          <p:spPr>
            <a:xfrm>
              <a:off x="8803449"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5" name="Google Shape;1635;p54"/>
            <p:cNvCxnSpPr/>
            <p:nvPr/>
          </p:nvCxnSpPr>
          <p:spPr>
            <a:xfrm>
              <a:off x="9072283"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6" name="Google Shape;1636;p54"/>
            <p:cNvCxnSpPr/>
            <p:nvPr/>
          </p:nvCxnSpPr>
          <p:spPr>
            <a:xfrm>
              <a:off x="9341116"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7" name="Google Shape;1637;p54"/>
            <p:cNvCxnSpPr/>
            <p:nvPr/>
          </p:nvCxnSpPr>
          <p:spPr>
            <a:xfrm>
              <a:off x="9609950" y="-1812429"/>
              <a:ext cx="0" cy="3493200"/>
            </a:xfrm>
            <a:prstGeom prst="straightConnector1">
              <a:avLst/>
            </a:prstGeom>
            <a:noFill/>
            <a:ln cap="flat" cmpd="sng" w="9525">
              <a:solidFill>
                <a:schemeClr val="lt1"/>
              </a:solidFill>
              <a:prstDash val="solid"/>
              <a:round/>
              <a:headEnd len="med" w="med" type="none"/>
              <a:tailEnd len="med" w="med" type="none"/>
            </a:ln>
          </p:spPr>
        </p:cxnSp>
        <p:cxnSp>
          <p:nvCxnSpPr>
            <p:cNvPr id="1638" name="Google Shape;1638;p54"/>
            <p:cNvCxnSpPr/>
            <p:nvPr/>
          </p:nvCxnSpPr>
          <p:spPr>
            <a:xfrm>
              <a:off x="8551775" y="-291802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39" name="Google Shape;1639;p54"/>
            <p:cNvCxnSpPr/>
            <p:nvPr/>
          </p:nvCxnSpPr>
          <p:spPr>
            <a:xfrm>
              <a:off x="8551775" y="-2649191"/>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0" name="Google Shape;1640;p54"/>
            <p:cNvCxnSpPr/>
            <p:nvPr/>
          </p:nvCxnSpPr>
          <p:spPr>
            <a:xfrm>
              <a:off x="8551775" y="-2380357"/>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1" name="Google Shape;1641;p54"/>
            <p:cNvCxnSpPr/>
            <p:nvPr/>
          </p:nvCxnSpPr>
          <p:spPr>
            <a:xfrm>
              <a:off x="8551775" y="-2111523"/>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2" name="Google Shape;1642;p54"/>
            <p:cNvCxnSpPr/>
            <p:nvPr/>
          </p:nvCxnSpPr>
          <p:spPr>
            <a:xfrm>
              <a:off x="8551775" y="-1842689"/>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3" name="Google Shape;1643;p54"/>
            <p:cNvCxnSpPr/>
            <p:nvPr/>
          </p:nvCxnSpPr>
          <p:spPr>
            <a:xfrm>
              <a:off x="8551775" y="-1573855"/>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4" name="Google Shape;1644;p54"/>
            <p:cNvCxnSpPr/>
            <p:nvPr/>
          </p:nvCxnSpPr>
          <p:spPr>
            <a:xfrm>
              <a:off x="8551775" y="-1305020"/>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5" name="Google Shape;1645;p54"/>
            <p:cNvCxnSpPr/>
            <p:nvPr/>
          </p:nvCxnSpPr>
          <p:spPr>
            <a:xfrm>
              <a:off x="8551775" y="-1036186"/>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6" name="Google Shape;1646;p54"/>
            <p:cNvCxnSpPr/>
            <p:nvPr/>
          </p:nvCxnSpPr>
          <p:spPr>
            <a:xfrm>
              <a:off x="8551775" y="-767352"/>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7" name="Google Shape;1647;p54"/>
            <p:cNvCxnSpPr/>
            <p:nvPr/>
          </p:nvCxnSpPr>
          <p:spPr>
            <a:xfrm>
              <a:off x="8551775" y="-498518"/>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8" name="Google Shape;1648;p54"/>
            <p:cNvCxnSpPr/>
            <p:nvPr/>
          </p:nvCxnSpPr>
          <p:spPr>
            <a:xfrm>
              <a:off x="8551775" y="-229684"/>
              <a:ext cx="0" cy="2745900"/>
            </a:xfrm>
            <a:prstGeom prst="straightConnector1">
              <a:avLst/>
            </a:prstGeom>
            <a:noFill/>
            <a:ln cap="flat" cmpd="sng" w="9525">
              <a:solidFill>
                <a:schemeClr val="lt1"/>
              </a:solidFill>
              <a:prstDash val="solid"/>
              <a:round/>
              <a:headEnd len="med" w="med" type="none"/>
              <a:tailEnd len="med" w="med" type="none"/>
            </a:ln>
          </p:spPr>
        </p:cxnSp>
        <p:cxnSp>
          <p:nvCxnSpPr>
            <p:cNvPr id="1649" name="Google Shape;1649;p54"/>
            <p:cNvCxnSpPr/>
            <p:nvPr/>
          </p:nvCxnSpPr>
          <p:spPr>
            <a:xfrm>
              <a:off x="8551775" y="39150"/>
              <a:ext cx="0" cy="2745900"/>
            </a:xfrm>
            <a:prstGeom prst="straightConnector1">
              <a:avLst/>
            </a:prstGeom>
            <a:noFill/>
            <a:ln cap="flat" cmpd="sng" w="9525">
              <a:solidFill>
                <a:schemeClr val="lt1"/>
              </a:solidFill>
              <a:prstDash val="solid"/>
              <a:round/>
              <a:headEnd len="med" w="med" type="none"/>
              <a:tailEnd len="med" w="med" type="none"/>
            </a:ln>
          </p:spPr>
        </p:cxnSp>
      </p:grpSp>
      <p:sp>
        <p:nvSpPr>
          <p:cNvPr id="1650" name="Google Shape;1650;p54"/>
          <p:cNvSpPr/>
          <p:nvPr/>
        </p:nvSpPr>
        <p:spPr>
          <a:xfrm>
            <a:off x="311700" y="362524"/>
            <a:ext cx="8443800" cy="43734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51" name="Google Shape;1651;p54"/>
          <p:cNvSpPr/>
          <p:nvPr/>
        </p:nvSpPr>
        <p:spPr>
          <a:xfrm rot="527322">
            <a:off x="8085996" y="-191869"/>
            <a:ext cx="1044565" cy="968065"/>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652" name="Google Shape;1652;p54"/>
          <p:cNvGrpSpPr/>
          <p:nvPr/>
        </p:nvGrpSpPr>
        <p:grpSpPr>
          <a:xfrm>
            <a:off x="-115513" y="4556830"/>
            <a:ext cx="1422149" cy="1422149"/>
            <a:chOff x="2645475" y="456275"/>
            <a:chExt cx="697200" cy="697200"/>
          </a:xfrm>
        </p:grpSpPr>
        <p:sp>
          <p:nvSpPr>
            <p:cNvPr id="1653" name="Google Shape;1653;p54"/>
            <p:cNvSpPr/>
            <p:nvPr/>
          </p:nvSpPr>
          <p:spPr>
            <a:xfrm>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54" name="Google Shape;1654;p54"/>
            <p:cNvSpPr/>
            <p:nvPr/>
          </p:nvSpPr>
          <p:spPr>
            <a:xfrm rot="-5400000">
              <a:off x="2977275" y="456275"/>
              <a:ext cx="33600" cy="69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55" name="Google Shape;1655;p54"/>
            <p:cNvSpPr/>
            <p:nvPr/>
          </p:nvSpPr>
          <p:spPr>
            <a:xfrm rot="-2700000">
              <a:off x="2977290" y="456299"/>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56" name="Google Shape;1656;p54"/>
            <p:cNvSpPr/>
            <p:nvPr/>
          </p:nvSpPr>
          <p:spPr>
            <a:xfrm rot="-8100000">
              <a:off x="2977349" y="456394"/>
              <a:ext cx="33517" cy="6970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57" name="Google Shape;1657;p54"/>
            <p:cNvSpPr/>
            <p:nvPr/>
          </p:nvSpPr>
          <p:spPr>
            <a:xfrm rot="-1387885">
              <a:off x="2977170" y="456436"/>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58" name="Google Shape;1658;p54"/>
            <p:cNvSpPr/>
            <p:nvPr/>
          </p:nvSpPr>
          <p:spPr>
            <a:xfrm rot="-6787885">
              <a:off x="2977359" y="456451"/>
              <a:ext cx="33601" cy="69712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59" name="Google Shape;1659;p54"/>
            <p:cNvSpPr/>
            <p:nvPr/>
          </p:nvSpPr>
          <p:spPr>
            <a:xfrm rot="-4109047">
              <a:off x="2977190" y="456337"/>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60" name="Google Shape;1660;p54"/>
            <p:cNvSpPr/>
            <p:nvPr/>
          </p:nvSpPr>
          <p:spPr>
            <a:xfrm rot="-9509047">
              <a:off x="2977270" y="456558"/>
              <a:ext cx="33537" cy="69691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661" name="Google Shape;1661;p54"/>
          <p:cNvSpPr txBox="1"/>
          <p:nvPr>
            <p:ph type="title"/>
          </p:nvPr>
        </p:nvSpPr>
        <p:spPr>
          <a:xfrm>
            <a:off x="623525" y="608225"/>
            <a:ext cx="7860900" cy="4095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4 v2">
  <p:cSld name="CUSTOM_33">
    <p:spTree>
      <p:nvGrpSpPr>
        <p:cNvPr id="1662" name="Shape 1662"/>
        <p:cNvGrpSpPr/>
        <p:nvPr/>
      </p:nvGrpSpPr>
      <p:grpSpPr>
        <a:xfrm>
          <a:off x="0" y="0"/>
          <a:ext cx="0" cy="0"/>
          <a:chOff x="0" y="0"/>
          <a:chExt cx="0" cy="0"/>
        </a:xfrm>
      </p:grpSpPr>
      <p:sp>
        <p:nvSpPr>
          <p:cNvPr id="1663" name="Google Shape;1663;p55"/>
          <p:cNvSpPr/>
          <p:nvPr/>
        </p:nvSpPr>
        <p:spPr>
          <a:xfrm>
            <a:off x="-6325" y="-9475"/>
            <a:ext cx="4572000" cy="5143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64" name="Google Shape;1664;p55"/>
          <p:cNvSpPr/>
          <p:nvPr/>
        </p:nvSpPr>
        <p:spPr>
          <a:xfrm>
            <a:off x="4958325" y="39877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665" name="Google Shape;1665;p55"/>
          <p:cNvSpPr/>
          <p:nvPr/>
        </p:nvSpPr>
        <p:spPr>
          <a:xfrm>
            <a:off x="4958325" y="160522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666" name="Google Shape;1666;p55"/>
          <p:cNvSpPr/>
          <p:nvPr/>
        </p:nvSpPr>
        <p:spPr>
          <a:xfrm>
            <a:off x="4958325" y="281167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667" name="Google Shape;1667;p55"/>
          <p:cNvSpPr/>
          <p:nvPr/>
        </p:nvSpPr>
        <p:spPr>
          <a:xfrm>
            <a:off x="4958325" y="409642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668" name="Google Shape;1668;p55"/>
          <p:cNvSpPr txBox="1"/>
          <p:nvPr>
            <p:ph type="title"/>
          </p:nvPr>
        </p:nvSpPr>
        <p:spPr>
          <a:xfrm>
            <a:off x="311700" y="2285400"/>
            <a:ext cx="4029900" cy="572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669" name="Google Shape;1669;p55"/>
          <p:cNvSpPr txBox="1"/>
          <p:nvPr>
            <p:ph idx="1" type="body"/>
          </p:nvPr>
        </p:nvSpPr>
        <p:spPr>
          <a:xfrm>
            <a:off x="5554125" y="555375"/>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670" name="Google Shape;1670;p55"/>
          <p:cNvSpPr txBox="1"/>
          <p:nvPr>
            <p:ph idx="2" type="body"/>
          </p:nvPr>
        </p:nvSpPr>
        <p:spPr>
          <a:xfrm>
            <a:off x="5554125" y="1761824"/>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671" name="Google Shape;1671;p55"/>
          <p:cNvSpPr txBox="1"/>
          <p:nvPr>
            <p:ph idx="3" type="body"/>
          </p:nvPr>
        </p:nvSpPr>
        <p:spPr>
          <a:xfrm>
            <a:off x="5554125" y="2975026"/>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672" name="Google Shape;1672;p55"/>
          <p:cNvSpPr txBox="1"/>
          <p:nvPr>
            <p:ph idx="4" type="body"/>
          </p:nvPr>
        </p:nvSpPr>
        <p:spPr>
          <a:xfrm>
            <a:off x="5554125" y="4253025"/>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grpSp>
        <p:nvGrpSpPr>
          <p:cNvPr id="1673" name="Google Shape;1673;p55"/>
          <p:cNvGrpSpPr/>
          <p:nvPr/>
        </p:nvGrpSpPr>
        <p:grpSpPr>
          <a:xfrm>
            <a:off x="-950816" y="4253028"/>
            <a:ext cx="1903483" cy="1903483"/>
            <a:chOff x="2421225" y="305100"/>
            <a:chExt cx="1684200" cy="1684200"/>
          </a:xfrm>
        </p:grpSpPr>
        <p:sp>
          <p:nvSpPr>
            <p:cNvPr id="1674" name="Google Shape;1674;p55"/>
            <p:cNvSpPr/>
            <p:nvPr/>
          </p:nvSpPr>
          <p:spPr>
            <a:xfrm rot="-5400000">
              <a:off x="3039675" y="305100"/>
              <a:ext cx="447300" cy="168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75" name="Google Shape;1675;p55"/>
            <p:cNvSpPr/>
            <p:nvPr/>
          </p:nvSpPr>
          <p:spPr>
            <a:xfrm>
              <a:off x="3039675" y="305100"/>
              <a:ext cx="447300" cy="168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76" name="Google Shape;1676;p55"/>
            <p:cNvSpPr/>
            <p:nvPr/>
          </p:nvSpPr>
          <p:spPr>
            <a:xfrm rot="-8100000">
              <a:off x="3039778" y="304985"/>
              <a:ext cx="447174" cy="1684328"/>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77" name="Google Shape;1677;p55"/>
            <p:cNvSpPr/>
            <p:nvPr/>
          </p:nvSpPr>
          <p:spPr>
            <a:xfrm rot="-2700000">
              <a:off x="3039689" y="305076"/>
              <a:ext cx="447174" cy="1684328"/>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678" name="Google Shape;1678;p55"/>
          <p:cNvSpPr/>
          <p:nvPr/>
        </p:nvSpPr>
        <p:spPr>
          <a:xfrm rot="527322">
            <a:off x="3845946" y="-547619"/>
            <a:ext cx="1044565" cy="968065"/>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79" name="Google Shape;1679;p55"/>
          <p:cNvSpPr txBox="1"/>
          <p:nvPr>
            <p:ph idx="5" type="subTitle"/>
          </p:nvPr>
        </p:nvSpPr>
        <p:spPr>
          <a:xfrm>
            <a:off x="5102325" y="5553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0" name="Google Shape;1680;p55"/>
          <p:cNvSpPr txBox="1"/>
          <p:nvPr>
            <p:ph idx="6" type="subTitle"/>
          </p:nvPr>
        </p:nvSpPr>
        <p:spPr>
          <a:xfrm>
            <a:off x="5102325" y="176182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1" name="Google Shape;1681;p55"/>
          <p:cNvSpPr txBox="1"/>
          <p:nvPr>
            <p:ph idx="7" type="subTitle"/>
          </p:nvPr>
        </p:nvSpPr>
        <p:spPr>
          <a:xfrm>
            <a:off x="5102325" y="29682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2" name="Google Shape;1682;p55"/>
          <p:cNvSpPr txBox="1"/>
          <p:nvPr>
            <p:ph idx="8" type="subTitle"/>
          </p:nvPr>
        </p:nvSpPr>
        <p:spPr>
          <a:xfrm>
            <a:off x="5102325" y="425302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3" name="Google Shape;1683;p55"/>
          <p:cNvSpPr/>
          <p:nvPr/>
        </p:nvSpPr>
        <p:spPr>
          <a:xfrm>
            <a:off x="8107375" y="0"/>
            <a:ext cx="1035000" cy="51435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684" name="Google Shape;1684;p55"/>
          <p:cNvGrpSpPr/>
          <p:nvPr/>
        </p:nvGrpSpPr>
        <p:grpSpPr>
          <a:xfrm>
            <a:off x="8664825" y="4507225"/>
            <a:ext cx="849600" cy="697200"/>
            <a:chOff x="489200" y="476250"/>
            <a:chExt cx="849600" cy="697200"/>
          </a:xfrm>
        </p:grpSpPr>
        <p:sp>
          <p:nvSpPr>
            <p:cNvPr id="1685" name="Google Shape;1685;p55"/>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86" name="Google Shape;1686;p55"/>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87" name="Google Shape;1687;p55"/>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88" name="Google Shape;1688;p55"/>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89" name="Google Shape;1689;p55"/>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0" name="Google Shape;1690;p55"/>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1" name="Google Shape;1691;p55"/>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2" name="Google Shape;1692;p55"/>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3" name="Google Shape;1693;p55"/>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4" name="Google Shape;1694;p55"/>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5" name="Google Shape;1695;p55"/>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6" name="Google Shape;1696;p55"/>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7" name="Google Shape;1697;p55"/>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8" name="Google Shape;1698;p55"/>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699" name="Google Shape;1699;p55"/>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0" name="Google Shape;1700;p55"/>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1" name="Google Shape;1701;p55"/>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2" name="Google Shape;1702;p55"/>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3" name="Google Shape;1703;p55"/>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4" name="Google Shape;1704;p55"/>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5" name="Google Shape;1705;p55"/>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6" name="Google Shape;1706;p55"/>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7" name="Google Shape;1707;p55"/>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8" name="Google Shape;1708;p55"/>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09" name="Google Shape;1709;p55"/>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10" name="Google Shape;1710;p55"/>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11" name="Google Shape;1711;p55"/>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12" name="Google Shape;1712;p55"/>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13" name="Google Shape;1713;p55"/>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14" name="Google Shape;1714;p55"/>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3 v1">
  <p:cSld name="CUSTOM_34">
    <p:bg>
      <p:bgPr>
        <a:solidFill>
          <a:schemeClr val="accent5"/>
        </a:solidFill>
      </p:bgPr>
    </p:bg>
    <p:spTree>
      <p:nvGrpSpPr>
        <p:cNvPr id="1715" name="Shape 1715"/>
        <p:cNvGrpSpPr/>
        <p:nvPr/>
      </p:nvGrpSpPr>
      <p:grpSpPr>
        <a:xfrm>
          <a:off x="0" y="0"/>
          <a:ext cx="0" cy="0"/>
          <a:chOff x="0" y="0"/>
          <a:chExt cx="0" cy="0"/>
        </a:xfrm>
      </p:grpSpPr>
      <p:sp>
        <p:nvSpPr>
          <p:cNvPr id="1716" name="Google Shape;1716;p56"/>
          <p:cNvSpPr txBox="1"/>
          <p:nvPr>
            <p:ph type="title"/>
          </p:nvPr>
        </p:nvSpPr>
        <p:spPr>
          <a:xfrm>
            <a:off x="311700" y="445025"/>
            <a:ext cx="68187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717" name="Google Shape;1717;p56"/>
          <p:cNvSpPr/>
          <p:nvPr/>
        </p:nvSpPr>
        <p:spPr>
          <a:xfrm>
            <a:off x="7941900" y="0"/>
            <a:ext cx="1200600" cy="51435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718" name="Google Shape;1718;p56"/>
          <p:cNvGrpSpPr/>
          <p:nvPr/>
        </p:nvGrpSpPr>
        <p:grpSpPr>
          <a:xfrm>
            <a:off x="5341838" y="-869090"/>
            <a:ext cx="1238898" cy="1238898"/>
            <a:chOff x="2421225" y="305100"/>
            <a:chExt cx="1684200" cy="1684200"/>
          </a:xfrm>
        </p:grpSpPr>
        <p:sp>
          <p:nvSpPr>
            <p:cNvPr id="1719" name="Google Shape;1719;p56"/>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0" name="Google Shape;1720;p56"/>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1" name="Google Shape;1721;p56"/>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2" name="Google Shape;1722;p56"/>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723" name="Google Shape;1723;p56"/>
          <p:cNvGrpSpPr/>
          <p:nvPr/>
        </p:nvGrpSpPr>
        <p:grpSpPr>
          <a:xfrm>
            <a:off x="8664825" y="4507225"/>
            <a:ext cx="849600" cy="697200"/>
            <a:chOff x="489200" y="476250"/>
            <a:chExt cx="849600" cy="697200"/>
          </a:xfrm>
        </p:grpSpPr>
        <p:sp>
          <p:nvSpPr>
            <p:cNvPr id="1724" name="Google Shape;1724;p56"/>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5" name="Google Shape;1725;p56"/>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6" name="Google Shape;1726;p56"/>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7" name="Google Shape;1727;p56"/>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8" name="Google Shape;1728;p56"/>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29" name="Google Shape;1729;p56"/>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0" name="Google Shape;1730;p56"/>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1" name="Google Shape;1731;p56"/>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2" name="Google Shape;1732;p56"/>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3" name="Google Shape;1733;p56"/>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4" name="Google Shape;1734;p56"/>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5" name="Google Shape;1735;p56"/>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6" name="Google Shape;1736;p56"/>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7" name="Google Shape;1737;p56"/>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8" name="Google Shape;1738;p56"/>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39" name="Google Shape;1739;p56"/>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0" name="Google Shape;1740;p56"/>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1" name="Google Shape;1741;p56"/>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2" name="Google Shape;1742;p56"/>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3" name="Google Shape;1743;p56"/>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4" name="Google Shape;1744;p56"/>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5" name="Google Shape;1745;p56"/>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6" name="Google Shape;1746;p56"/>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7" name="Google Shape;1747;p56"/>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8" name="Google Shape;1748;p56"/>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49" name="Google Shape;1749;p56"/>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50" name="Google Shape;1750;p56"/>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51" name="Google Shape;1751;p56"/>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52" name="Google Shape;1752;p56"/>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53" name="Google Shape;1753;p56"/>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754" name="Google Shape;1754;p56"/>
          <p:cNvSpPr/>
          <p:nvPr/>
        </p:nvSpPr>
        <p:spPr>
          <a:xfrm>
            <a:off x="311700" y="20140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755" name="Google Shape;1755;p56"/>
          <p:cNvSpPr txBox="1"/>
          <p:nvPr>
            <p:ph idx="1" type="body"/>
          </p:nvPr>
        </p:nvSpPr>
        <p:spPr>
          <a:xfrm>
            <a:off x="1027600" y="20807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756" name="Google Shape;1756;p56"/>
          <p:cNvSpPr/>
          <p:nvPr/>
        </p:nvSpPr>
        <p:spPr>
          <a:xfrm>
            <a:off x="311700" y="41131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757" name="Google Shape;1757;p56"/>
          <p:cNvSpPr txBox="1"/>
          <p:nvPr>
            <p:ph idx="2" type="body"/>
          </p:nvPr>
        </p:nvSpPr>
        <p:spPr>
          <a:xfrm>
            <a:off x="1027600" y="41798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758" name="Google Shape;1758;p56"/>
          <p:cNvSpPr/>
          <p:nvPr/>
        </p:nvSpPr>
        <p:spPr>
          <a:xfrm>
            <a:off x="311700" y="3096913"/>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759" name="Google Shape;1759;p56"/>
          <p:cNvSpPr txBox="1"/>
          <p:nvPr>
            <p:ph idx="3" type="body"/>
          </p:nvPr>
        </p:nvSpPr>
        <p:spPr>
          <a:xfrm>
            <a:off x="1027600" y="3163663"/>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760" name="Google Shape;1760;p56"/>
          <p:cNvSpPr txBox="1"/>
          <p:nvPr>
            <p:ph idx="4" type="subTitle"/>
          </p:nvPr>
        </p:nvSpPr>
        <p:spPr>
          <a:xfrm>
            <a:off x="413550" y="208075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1" name="Google Shape;1761;p56"/>
          <p:cNvSpPr txBox="1"/>
          <p:nvPr>
            <p:ph idx="5" type="subTitle"/>
          </p:nvPr>
        </p:nvSpPr>
        <p:spPr>
          <a:xfrm>
            <a:off x="413550" y="31636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2" name="Google Shape;1762;p56"/>
          <p:cNvSpPr txBox="1"/>
          <p:nvPr>
            <p:ph idx="6" type="subTitle"/>
          </p:nvPr>
        </p:nvSpPr>
        <p:spPr>
          <a:xfrm>
            <a:off x="413550" y="417985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3 v2">
  <p:cSld name="CUSTOM_35">
    <p:bg>
      <p:bgPr>
        <a:solidFill>
          <a:schemeClr val="accent5"/>
        </a:solidFill>
      </p:bgPr>
    </p:bg>
    <p:spTree>
      <p:nvGrpSpPr>
        <p:cNvPr id="1763" name="Shape 1763"/>
        <p:cNvGrpSpPr/>
        <p:nvPr/>
      </p:nvGrpSpPr>
      <p:grpSpPr>
        <a:xfrm>
          <a:off x="0" y="0"/>
          <a:ext cx="0" cy="0"/>
          <a:chOff x="0" y="0"/>
          <a:chExt cx="0" cy="0"/>
        </a:xfrm>
      </p:grpSpPr>
      <p:sp>
        <p:nvSpPr>
          <p:cNvPr id="1764" name="Google Shape;1764;p57"/>
          <p:cNvSpPr/>
          <p:nvPr/>
        </p:nvSpPr>
        <p:spPr>
          <a:xfrm>
            <a:off x="-6325" y="-9475"/>
            <a:ext cx="4572000" cy="5143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765" name="Google Shape;1765;p57"/>
          <p:cNvGrpSpPr/>
          <p:nvPr/>
        </p:nvGrpSpPr>
        <p:grpSpPr>
          <a:xfrm>
            <a:off x="2949443" y="-1639892"/>
            <a:ext cx="3245117" cy="3245117"/>
            <a:chOff x="2645475" y="456275"/>
            <a:chExt cx="697200" cy="697200"/>
          </a:xfrm>
        </p:grpSpPr>
        <p:sp>
          <p:nvSpPr>
            <p:cNvPr id="1766" name="Google Shape;1766;p57"/>
            <p:cNvSpPr/>
            <p:nvPr/>
          </p:nvSpPr>
          <p:spPr>
            <a:xfrm>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67" name="Google Shape;1767;p57"/>
            <p:cNvSpPr/>
            <p:nvPr/>
          </p:nvSpPr>
          <p:spPr>
            <a:xfrm rot="-5400000">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68" name="Google Shape;1768;p57"/>
            <p:cNvSpPr/>
            <p:nvPr/>
          </p:nvSpPr>
          <p:spPr>
            <a:xfrm rot="-2700000">
              <a:off x="2977290" y="456299"/>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69" name="Google Shape;1769;p57"/>
            <p:cNvSpPr/>
            <p:nvPr/>
          </p:nvSpPr>
          <p:spPr>
            <a:xfrm rot="-8100000">
              <a:off x="2977349" y="456394"/>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70" name="Google Shape;1770;p57"/>
            <p:cNvSpPr/>
            <p:nvPr/>
          </p:nvSpPr>
          <p:spPr>
            <a:xfrm rot="-1387885">
              <a:off x="2977170" y="456436"/>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71" name="Google Shape;1771;p57"/>
            <p:cNvSpPr/>
            <p:nvPr/>
          </p:nvSpPr>
          <p:spPr>
            <a:xfrm rot="-6787885">
              <a:off x="2977359" y="456451"/>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72" name="Google Shape;1772;p57"/>
            <p:cNvSpPr/>
            <p:nvPr/>
          </p:nvSpPr>
          <p:spPr>
            <a:xfrm rot="-4109047">
              <a:off x="2977190" y="456337"/>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73" name="Google Shape;1773;p57"/>
            <p:cNvSpPr/>
            <p:nvPr/>
          </p:nvSpPr>
          <p:spPr>
            <a:xfrm rot="-9509047">
              <a:off x="2977270" y="456558"/>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774" name="Google Shape;1774;p57"/>
          <p:cNvSpPr txBox="1"/>
          <p:nvPr>
            <p:ph type="title"/>
          </p:nvPr>
        </p:nvSpPr>
        <p:spPr>
          <a:xfrm>
            <a:off x="311700" y="2275925"/>
            <a:ext cx="3984000" cy="572700"/>
          </a:xfrm>
          <a:prstGeom prst="rect">
            <a:avLst/>
          </a:prstGeom>
        </p:spPr>
        <p:txBody>
          <a:bodyPr anchorCtr="0" anchor="ctr" bIns="0" lIns="0" spcFirstLastPara="1" rIns="0" wrap="square" tIns="0">
            <a:noAutofit/>
          </a:bodyPr>
          <a:lstStyle>
            <a:lvl1pPr lvl="0">
              <a:spcBef>
                <a:spcPts val="0"/>
              </a:spcBef>
              <a:spcAft>
                <a:spcPts val="0"/>
              </a:spcAft>
              <a:buSzPts val="2000"/>
              <a:buNone/>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grpSp>
        <p:nvGrpSpPr>
          <p:cNvPr id="1775" name="Google Shape;1775;p57"/>
          <p:cNvGrpSpPr/>
          <p:nvPr/>
        </p:nvGrpSpPr>
        <p:grpSpPr>
          <a:xfrm>
            <a:off x="-160150" y="4587550"/>
            <a:ext cx="849600" cy="697200"/>
            <a:chOff x="489200" y="476250"/>
            <a:chExt cx="849600" cy="697200"/>
          </a:xfrm>
        </p:grpSpPr>
        <p:sp>
          <p:nvSpPr>
            <p:cNvPr id="1776" name="Google Shape;1776;p57"/>
            <p:cNvSpPr/>
            <p:nvPr/>
          </p:nvSpPr>
          <p:spPr>
            <a:xfrm>
              <a:off x="4892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77" name="Google Shape;1777;p57"/>
            <p:cNvSpPr/>
            <p:nvPr/>
          </p:nvSpPr>
          <p:spPr>
            <a:xfrm>
              <a:off x="6416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78" name="Google Shape;1778;p57"/>
            <p:cNvSpPr/>
            <p:nvPr/>
          </p:nvSpPr>
          <p:spPr>
            <a:xfrm>
              <a:off x="7940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79" name="Google Shape;1779;p57"/>
            <p:cNvSpPr/>
            <p:nvPr/>
          </p:nvSpPr>
          <p:spPr>
            <a:xfrm>
              <a:off x="9464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0" name="Google Shape;1780;p57"/>
            <p:cNvSpPr/>
            <p:nvPr/>
          </p:nvSpPr>
          <p:spPr>
            <a:xfrm>
              <a:off x="10988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1" name="Google Shape;1781;p57"/>
            <p:cNvSpPr/>
            <p:nvPr/>
          </p:nvSpPr>
          <p:spPr>
            <a:xfrm>
              <a:off x="12512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2" name="Google Shape;1782;p57"/>
            <p:cNvSpPr/>
            <p:nvPr/>
          </p:nvSpPr>
          <p:spPr>
            <a:xfrm>
              <a:off x="4892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3" name="Google Shape;1783;p57"/>
            <p:cNvSpPr/>
            <p:nvPr/>
          </p:nvSpPr>
          <p:spPr>
            <a:xfrm>
              <a:off x="6416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4" name="Google Shape;1784;p57"/>
            <p:cNvSpPr/>
            <p:nvPr/>
          </p:nvSpPr>
          <p:spPr>
            <a:xfrm>
              <a:off x="7940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5" name="Google Shape;1785;p57"/>
            <p:cNvSpPr/>
            <p:nvPr/>
          </p:nvSpPr>
          <p:spPr>
            <a:xfrm>
              <a:off x="9464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6" name="Google Shape;1786;p57"/>
            <p:cNvSpPr/>
            <p:nvPr/>
          </p:nvSpPr>
          <p:spPr>
            <a:xfrm>
              <a:off x="10988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7" name="Google Shape;1787;p57"/>
            <p:cNvSpPr/>
            <p:nvPr/>
          </p:nvSpPr>
          <p:spPr>
            <a:xfrm>
              <a:off x="12512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8" name="Google Shape;1788;p57"/>
            <p:cNvSpPr/>
            <p:nvPr/>
          </p:nvSpPr>
          <p:spPr>
            <a:xfrm>
              <a:off x="4892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89" name="Google Shape;1789;p57"/>
            <p:cNvSpPr/>
            <p:nvPr/>
          </p:nvSpPr>
          <p:spPr>
            <a:xfrm>
              <a:off x="6416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0" name="Google Shape;1790;p57"/>
            <p:cNvSpPr/>
            <p:nvPr/>
          </p:nvSpPr>
          <p:spPr>
            <a:xfrm>
              <a:off x="7940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1" name="Google Shape;1791;p57"/>
            <p:cNvSpPr/>
            <p:nvPr/>
          </p:nvSpPr>
          <p:spPr>
            <a:xfrm>
              <a:off x="9464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2" name="Google Shape;1792;p57"/>
            <p:cNvSpPr/>
            <p:nvPr/>
          </p:nvSpPr>
          <p:spPr>
            <a:xfrm>
              <a:off x="10988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3" name="Google Shape;1793;p57"/>
            <p:cNvSpPr/>
            <p:nvPr/>
          </p:nvSpPr>
          <p:spPr>
            <a:xfrm>
              <a:off x="12512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4" name="Google Shape;1794;p57"/>
            <p:cNvSpPr/>
            <p:nvPr/>
          </p:nvSpPr>
          <p:spPr>
            <a:xfrm>
              <a:off x="4892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5" name="Google Shape;1795;p57"/>
            <p:cNvSpPr/>
            <p:nvPr/>
          </p:nvSpPr>
          <p:spPr>
            <a:xfrm>
              <a:off x="6416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6" name="Google Shape;1796;p57"/>
            <p:cNvSpPr/>
            <p:nvPr/>
          </p:nvSpPr>
          <p:spPr>
            <a:xfrm>
              <a:off x="7940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7" name="Google Shape;1797;p57"/>
            <p:cNvSpPr/>
            <p:nvPr/>
          </p:nvSpPr>
          <p:spPr>
            <a:xfrm>
              <a:off x="9464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8" name="Google Shape;1798;p57"/>
            <p:cNvSpPr/>
            <p:nvPr/>
          </p:nvSpPr>
          <p:spPr>
            <a:xfrm>
              <a:off x="10988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799" name="Google Shape;1799;p57"/>
            <p:cNvSpPr/>
            <p:nvPr/>
          </p:nvSpPr>
          <p:spPr>
            <a:xfrm>
              <a:off x="12512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00" name="Google Shape;1800;p57"/>
            <p:cNvSpPr/>
            <p:nvPr/>
          </p:nvSpPr>
          <p:spPr>
            <a:xfrm>
              <a:off x="4892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01" name="Google Shape;1801;p57"/>
            <p:cNvSpPr/>
            <p:nvPr/>
          </p:nvSpPr>
          <p:spPr>
            <a:xfrm>
              <a:off x="6416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02" name="Google Shape;1802;p57"/>
            <p:cNvSpPr/>
            <p:nvPr/>
          </p:nvSpPr>
          <p:spPr>
            <a:xfrm>
              <a:off x="7940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03" name="Google Shape;1803;p57"/>
            <p:cNvSpPr/>
            <p:nvPr/>
          </p:nvSpPr>
          <p:spPr>
            <a:xfrm>
              <a:off x="9464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04" name="Google Shape;1804;p57"/>
            <p:cNvSpPr/>
            <p:nvPr/>
          </p:nvSpPr>
          <p:spPr>
            <a:xfrm>
              <a:off x="10988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05" name="Google Shape;1805;p57"/>
            <p:cNvSpPr/>
            <p:nvPr/>
          </p:nvSpPr>
          <p:spPr>
            <a:xfrm>
              <a:off x="12512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806" name="Google Shape;1806;p57"/>
          <p:cNvSpPr/>
          <p:nvPr/>
        </p:nvSpPr>
        <p:spPr>
          <a:xfrm>
            <a:off x="4958325" y="1008600"/>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07" name="Google Shape;1807;p57"/>
          <p:cNvSpPr/>
          <p:nvPr/>
        </p:nvSpPr>
        <p:spPr>
          <a:xfrm>
            <a:off x="4958325" y="2215050"/>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08" name="Google Shape;1808;p57"/>
          <p:cNvSpPr/>
          <p:nvPr/>
        </p:nvSpPr>
        <p:spPr>
          <a:xfrm>
            <a:off x="4958325" y="3421500"/>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09" name="Google Shape;1809;p57"/>
          <p:cNvSpPr txBox="1"/>
          <p:nvPr>
            <p:ph idx="1" type="body"/>
          </p:nvPr>
        </p:nvSpPr>
        <p:spPr>
          <a:xfrm>
            <a:off x="5554125" y="1165200"/>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10" name="Google Shape;1810;p57"/>
          <p:cNvSpPr txBox="1"/>
          <p:nvPr>
            <p:ph idx="2" type="body"/>
          </p:nvPr>
        </p:nvSpPr>
        <p:spPr>
          <a:xfrm>
            <a:off x="5554125" y="2371649"/>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11" name="Google Shape;1811;p57"/>
          <p:cNvSpPr txBox="1"/>
          <p:nvPr>
            <p:ph idx="3" type="body"/>
          </p:nvPr>
        </p:nvSpPr>
        <p:spPr>
          <a:xfrm>
            <a:off x="5554125" y="3584851"/>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12" name="Google Shape;1812;p57"/>
          <p:cNvSpPr txBox="1"/>
          <p:nvPr>
            <p:ph idx="4" type="subTitle"/>
          </p:nvPr>
        </p:nvSpPr>
        <p:spPr>
          <a:xfrm>
            <a:off x="5102325" y="116520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3" name="Google Shape;1813;p57"/>
          <p:cNvSpPr txBox="1"/>
          <p:nvPr>
            <p:ph idx="5" type="subTitle"/>
          </p:nvPr>
        </p:nvSpPr>
        <p:spPr>
          <a:xfrm>
            <a:off x="5102325" y="237165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4" name="Google Shape;1814;p57"/>
          <p:cNvSpPr txBox="1"/>
          <p:nvPr>
            <p:ph idx="6" type="subTitle"/>
          </p:nvPr>
        </p:nvSpPr>
        <p:spPr>
          <a:xfrm>
            <a:off x="5102325" y="357810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5" name="Google Shape;1815;p57"/>
          <p:cNvSpPr/>
          <p:nvPr/>
        </p:nvSpPr>
        <p:spPr>
          <a:xfrm>
            <a:off x="8107375" y="0"/>
            <a:ext cx="1035000" cy="51435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2 v1">
  <p:cSld name="CUSTOM_36">
    <p:bg>
      <p:bgPr>
        <a:solidFill>
          <a:schemeClr val="accent5"/>
        </a:solidFill>
      </p:bgPr>
    </p:bg>
    <p:spTree>
      <p:nvGrpSpPr>
        <p:cNvPr id="1816" name="Shape 1816"/>
        <p:cNvGrpSpPr/>
        <p:nvPr/>
      </p:nvGrpSpPr>
      <p:grpSpPr>
        <a:xfrm>
          <a:off x="0" y="0"/>
          <a:ext cx="0" cy="0"/>
          <a:chOff x="0" y="0"/>
          <a:chExt cx="0" cy="0"/>
        </a:xfrm>
      </p:grpSpPr>
      <p:sp>
        <p:nvSpPr>
          <p:cNvPr id="1817" name="Google Shape;1817;p5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
        <p:nvSpPr>
          <p:cNvPr id="1818" name="Google Shape;1818;p58"/>
          <p:cNvSpPr/>
          <p:nvPr/>
        </p:nvSpPr>
        <p:spPr>
          <a:xfrm>
            <a:off x="476425" y="24788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19" name="Google Shape;1819;p58"/>
          <p:cNvSpPr txBox="1"/>
          <p:nvPr>
            <p:ph idx="1" type="body"/>
          </p:nvPr>
        </p:nvSpPr>
        <p:spPr>
          <a:xfrm>
            <a:off x="1192325" y="25455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20" name="Google Shape;1820;p58"/>
          <p:cNvSpPr/>
          <p:nvPr/>
        </p:nvSpPr>
        <p:spPr>
          <a:xfrm>
            <a:off x="4963675" y="24788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21" name="Google Shape;1821;p58"/>
          <p:cNvSpPr txBox="1"/>
          <p:nvPr>
            <p:ph idx="2" type="body"/>
          </p:nvPr>
        </p:nvSpPr>
        <p:spPr>
          <a:xfrm>
            <a:off x="5679575" y="25455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grpSp>
        <p:nvGrpSpPr>
          <p:cNvPr id="1822" name="Google Shape;1822;p58"/>
          <p:cNvGrpSpPr/>
          <p:nvPr/>
        </p:nvGrpSpPr>
        <p:grpSpPr>
          <a:xfrm>
            <a:off x="7561623" y="-1622713"/>
            <a:ext cx="3245117" cy="3245117"/>
            <a:chOff x="2645475" y="456275"/>
            <a:chExt cx="697200" cy="697200"/>
          </a:xfrm>
        </p:grpSpPr>
        <p:sp>
          <p:nvSpPr>
            <p:cNvPr id="1823" name="Google Shape;1823;p58"/>
            <p:cNvSpPr/>
            <p:nvPr/>
          </p:nvSpPr>
          <p:spPr>
            <a:xfrm>
              <a:off x="2977275" y="456275"/>
              <a:ext cx="33600" cy="69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24" name="Google Shape;1824;p58"/>
            <p:cNvSpPr/>
            <p:nvPr/>
          </p:nvSpPr>
          <p:spPr>
            <a:xfrm rot="-5400000">
              <a:off x="2977275" y="456275"/>
              <a:ext cx="33600" cy="69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25" name="Google Shape;1825;p58"/>
            <p:cNvSpPr/>
            <p:nvPr/>
          </p:nvSpPr>
          <p:spPr>
            <a:xfrm rot="-2700000">
              <a:off x="2977290" y="456299"/>
              <a:ext cx="33517" cy="697066"/>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26" name="Google Shape;1826;p58"/>
            <p:cNvSpPr/>
            <p:nvPr/>
          </p:nvSpPr>
          <p:spPr>
            <a:xfrm rot="-8100000">
              <a:off x="2977349" y="456394"/>
              <a:ext cx="33517" cy="697066"/>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27" name="Google Shape;1827;p58"/>
            <p:cNvSpPr/>
            <p:nvPr/>
          </p:nvSpPr>
          <p:spPr>
            <a:xfrm rot="-1387885">
              <a:off x="2977170" y="456436"/>
              <a:ext cx="33601" cy="697122"/>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28" name="Google Shape;1828;p58"/>
            <p:cNvSpPr/>
            <p:nvPr/>
          </p:nvSpPr>
          <p:spPr>
            <a:xfrm rot="-6787885">
              <a:off x="2977359" y="456451"/>
              <a:ext cx="33601" cy="697122"/>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29" name="Google Shape;1829;p58"/>
            <p:cNvSpPr/>
            <p:nvPr/>
          </p:nvSpPr>
          <p:spPr>
            <a:xfrm rot="-4109047">
              <a:off x="2977190" y="456337"/>
              <a:ext cx="33537" cy="69691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30" name="Google Shape;1830;p58"/>
            <p:cNvSpPr/>
            <p:nvPr/>
          </p:nvSpPr>
          <p:spPr>
            <a:xfrm rot="-9509047">
              <a:off x="2977270" y="456558"/>
              <a:ext cx="33537" cy="69691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831" name="Google Shape;1831;p58"/>
          <p:cNvSpPr/>
          <p:nvPr/>
        </p:nvSpPr>
        <p:spPr>
          <a:xfrm>
            <a:off x="-6325" y="4710925"/>
            <a:ext cx="9144000" cy="432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832" name="Google Shape;1832;p58"/>
          <p:cNvGrpSpPr/>
          <p:nvPr/>
        </p:nvGrpSpPr>
        <p:grpSpPr>
          <a:xfrm>
            <a:off x="-163969" y="3247308"/>
            <a:ext cx="1356286" cy="1356286"/>
            <a:chOff x="2421225" y="305100"/>
            <a:chExt cx="1684200" cy="1684200"/>
          </a:xfrm>
        </p:grpSpPr>
        <p:sp>
          <p:nvSpPr>
            <p:cNvPr id="1833" name="Google Shape;1833;p58"/>
            <p:cNvSpPr/>
            <p:nvPr/>
          </p:nvSpPr>
          <p:spPr>
            <a:xfrm rot="-5400000">
              <a:off x="3039675" y="305100"/>
              <a:ext cx="447300" cy="168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34" name="Google Shape;1834;p58"/>
            <p:cNvSpPr/>
            <p:nvPr/>
          </p:nvSpPr>
          <p:spPr>
            <a:xfrm>
              <a:off x="3039675" y="305100"/>
              <a:ext cx="447300" cy="168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35" name="Google Shape;1835;p58"/>
            <p:cNvSpPr/>
            <p:nvPr/>
          </p:nvSpPr>
          <p:spPr>
            <a:xfrm rot="-8100000">
              <a:off x="3039778" y="304985"/>
              <a:ext cx="447174" cy="1684328"/>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36" name="Google Shape;1836;p58"/>
            <p:cNvSpPr/>
            <p:nvPr/>
          </p:nvSpPr>
          <p:spPr>
            <a:xfrm rot="-2700000">
              <a:off x="3039689" y="305076"/>
              <a:ext cx="447174" cy="1684328"/>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837" name="Google Shape;1837;p58"/>
          <p:cNvSpPr txBox="1"/>
          <p:nvPr>
            <p:ph idx="3" type="subTitle"/>
          </p:nvPr>
        </p:nvSpPr>
        <p:spPr>
          <a:xfrm>
            <a:off x="578275" y="254555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8" name="Google Shape;1838;p58"/>
          <p:cNvSpPr txBox="1"/>
          <p:nvPr>
            <p:ph idx="4" type="subTitle"/>
          </p:nvPr>
        </p:nvSpPr>
        <p:spPr>
          <a:xfrm>
            <a:off x="5065525" y="254555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ultiple Quiz Options 2 v2">
  <p:cSld name="CUSTOM_37">
    <p:spTree>
      <p:nvGrpSpPr>
        <p:cNvPr id="1839" name="Shape 1839"/>
        <p:cNvGrpSpPr/>
        <p:nvPr/>
      </p:nvGrpSpPr>
      <p:grpSpPr>
        <a:xfrm>
          <a:off x="0" y="0"/>
          <a:ext cx="0" cy="0"/>
          <a:chOff x="0" y="0"/>
          <a:chExt cx="0" cy="0"/>
        </a:xfrm>
      </p:grpSpPr>
      <p:sp>
        <p:nvSpPr>
          <p:cNvPr id="1840" name="Google Shape;1840;p59"/>
          <p:cNvSpPr/>
          <p:nvPr/>
        </p:nvSpPr>
        <p:spPr>
          <a:xfrm>
            <a:off x="-6325" y="-9475"/>
            <a:ext cx="4572000" cy="51435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41" name="Google Shape;1841;p59"/>
          <p:cNvSpPr txBox="1"/>
          <p:nvPr>
            <p:ph type="title"/>
          </p:nvPr>
        </p:nvSpPr>
        <p:spPr>
          <a:xfrm>
            <a:off x="311700" y="2285400"/>
            <a:ext cx="3966600" cy="572700"/>
          </a:xfrm>
          <a:prstGeom prst="rect">
            <a:avLst/>
          </a:prstGeom>
        </p:spPr>
        <p:txBody>
          <a:bodyPr anchorCtr="0" anchor="ctr"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42" name="Google Shape;1842;p59"/>
          <p:cNvSpPr/>
          <p:nvPr/>
        </p:nvSpPr>
        <p:spPr>
          <a:xfrm rot="527322">
            <a:off x="4841146" y="-401419"/>
            <a:ext cx="1044565" cy="968065"/>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843" name="Google Shape;1843;p59"/>
          <p:cNvGrpSpPr/>
          <p:nvPr/>
        </p:nvGrpSpPr>
        <p:grpSpPr>
          <a:xfrm>
            <a:off x="-349421" y="4449362"/>
            <a:ext cx="856753" cy="856753"/>
            <a:chOff x="2421225" y="305100"/>
            <a:chExt cx="1684200" cy="1684200"/>
          </a:xfrm>
        </p:grpSpPr>
        <p:sp>
          <p:nvSpPr>
            <p:cNvPr id="1844" name="Google Shape;1844;p59"/>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45" name="Google Shape;1845;p59"/>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46" name="Google Shape;1846;p59"/>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47" name="Google Shape;1847;p59"/>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848" name="Google Shape;1848;p59"/>
          <p:cNvSpPr/>
          <p:nvPr/>
        </p:nvSpPr>
        <p:spPr>
          <a:xfrm>
            <a:off x="4958325" y="161182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49" name="Google Shape;1849;p59"/>
          <p:cNvSpPr/>
          <p:nvPr/>
        </p:nvSpPr>
        <p:spPr>
          <a:xfrm>
            <a:off x="4958325" y="281827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50" name="Google Shape;1850;p59"/>
          <p:cNvSpPr txBox="1"/>
          <p:nvPr>
            <p:ph idx="1" type="body"/>
          </p:nvPr>
        </p:nvSpPr>
        <p:spPr>
          <a:xfrm>
            <a:off x="5554125" y="1768425"/>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51" name="Google Shape;1851;p59"/>
          <p:cNvSpPr txBox="1"/>
          <p:nvPr>
            <p:ph idx="2" type="body"/>
          </p:nvPr>
        </p:nvSpPr>
        <p:spPr>
          <a:xfrm>
            <a:off x="5554125" y="2974874"/>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52" name="Google Shape;1852;p59"/>
          <p:cNvSpPr txBox="1"/>
          <p:nvPr>
            <p:ph idx="3" type="subTitle"/>
          </p:nvPr>
        </p:nvSpPr>
        <p:spPr>
          <a:xfrm>
            <a:off x="5102325" y="176842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3" name="Google Shape;1853;p59"/>
          <p:cNvSpPr txBox="1"/>
          <p:nvPr>
            <p:ph idx="4" type="subTitle"/>
          </p:nvPr>
        </p:nvSpPr>
        <p:spPr>
          <a:xfrm>
            <a:off x="5102325" y="29748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4" name="Google Shape;1854;p59"/>
          <p:cNvSpPr/>
          <p:nvPr/>
        </p:nvSpPr>
        <p:spPr>
          <a:xfrm>
            <a:off x="8107375" y="0"/>
            <a:ext cx="1035000" cy="51435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4 v1">
  <p:cSld name="CUSTOM_41">
    <p:spTree>
      <p:nvGrpSpPr>
        <p:cNvPr id="1855" name="Shape 1855"/>
        <p:cNvGrpSpPr/>
        <p:nvPr/>
      </p:nvGrpSpPr>
      <p:grpSpPr>
        <a:xfrm>
          <a:off x="0" y="0"/>
          <a:ext cx="0" cy="0"/>
          <a:chOff x="0" y="0"/>
          <a:chExt cx="0" cy="0"/>
        </a:xfrm>
      </p:grpSpPr>
      <p:sp>
        <p:nvSpPr>
          <p:cNvPr id="1856" name="Google Shape;1856;p6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grpSp>
        <p:nvGrpSpPr>
          <p:cNvPr id="1857" name="Google Shape;1857;p60"/>
          <p:cNvGrpSpPr/>
          <p:nvPr/>
        </p:nvGrpSpPr>
        <p:grpSpPr>
          <a:xfrm>
            <a:off x="7561623" y="-1622713"/>
            <a:ext cx="3245117" cy="3245117"/>
            <a:chOff x="2645475" y="456275"/>
            <a:chExt cx="697200" cy="697200"/>
          </a:xfrm>
        </p:grpSpPr>
        <p:sp>
          <p:nvSpPr>
            <p:cNvPr id="1858" name="Google Shape;1858;p60"/>
            <p:cNvSpPr/>
            <p:nvPr/>
          </p:nvSpPr>
          <p:spPr>
            <a:xfrm>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59" name="Google Shape;1859;p60"/>
            <p:cNvSpPr/>
            <p:nvPr/>
          </p:nvSpPr>
          <p:spPr>
            <a:xfrm rot="-5400000">
              <a:off x="2977275" y="456275"/>
              <a:ext cx="33600" cy="69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60" name="Google Shape;1860;p60"/>
            <p:cNvSpPr/>
            <p:nvPr/>
          </p:nvSpPr>
          <p:spPr>
            <a:xfrm rot="-2700000">
              <a:off x="2977290" y="456299"/>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61" name="Google Shape;1861;p60"/>
            <p:cNvSpPr/>
            <p:nvPr/>
          </p:nvSpPr>
          <p:spPr>
            <a:xfrm rot="-8100000">
              <a:off x="2977349" y="456394"/>
              <a:ext cx="33517" cy="697066"/>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62" name="Google Shape;1862;p60"/>
            <p:cNvSpPr/>
            <p:nvPr/>
          </p:nvSpPr>
          <p:spPr>
            <a:xfrm rot="-1387885">
              <a:off x="2977170" y="456436"/>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63" name="Google Shape;1863;p60"/>
            <p:cNvSpPr/>
            <p:nvPr/>
          </p:nvSpPr>
          <p:spPr>
            <a:xfrm rot="-6787885">
              <a:off x="2977359" y="456451"/>
              <a:ext cx="33601" cy="69712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64" name="Google Shape;1864;p60"/>
            <p:cNvSpPr/>
            <p:nvPr/>
          </p:nvSpPr>
          <p:spPr>
            <a:xfrm rot="-4109047">
              <a:off x="2977190" y="456337"/>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65" name="Google Shape;1865;p60"/>
            <p:cNvSpPr/>
            <p:nvPr/>
          </p:nvSpPr>
          <p:spPr>
            <a:xfrm rot="-9509047">
              <a:off x="2977270" y="456558"/>
              <a:ext cx="33537" cy="696919"/>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866" name="Google Shape;1866;p60"/>
          <p:cNvSpPr/>
          <p:nvPr/>
        </p:nvSpPr>
        <p:spPr>
          <a:xfrm>
            <a:off x="311700" y="18971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67" name="Google Shape;1867;p60"/>
          <p:cNvSpPr txBox="1"/>
          <p:nvPr/>
        </p:nvSpPr>
        <p:spPr>
          <a:xfrm>
            <a:off x="413550" y="1963850"/>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A</a:t>
            </a:r>
            <a:endParaRPr b="1">
              <a:solidFill>
                <a:schemeClr val="dk2"/>
              </a:solidFill>
              <a:latin typeface="Sintony"/>
              <a:ea typeface="Sintony"/>
              <a:cs typeface="Sintony"/>
              <a:sym typeface="Sintony"/>
            </a:endParaRPr>
          </a:p>
        </p:txBody>
      </p:sp>
      <p:sp>
        <p:nvSpPr>
          <p:cNvPr id="1868" name="Google Shape;1868;p60"/>
          <p:cNvSpPr txBox="1"/>
          <p:nvPr>
            <p:ph idx="1" type="body"/>
          </p:nvPr>
        </p:nvSpPr>
        <p:spPr>
          <a:xfrm>
            <a:off x="1027600" y="19638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69" name="Google Shape;1869;p60"/>
          <p:cNvSpPr/>
          <p:nvPr/>
        </p:nvSpPr>
        <p:spPr>
          <a:xfrm>
            <a:off x="311700" y="3149825"/>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70" name="Google Shape;1870;p60"/>
          <p:cNvSpPr txBox="1"/>
          <p:nvPr/>
        </p:nvSpPr>
        <p:spPr>
          <a:xfrm>
            <a:off x="413550" y="32165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C</a:t>
            </a:r>
            <a:endParaRPr b="1">
              <a:solidFill>
                <a:schemeClr val="dk2"/>
              </a:solidFill>
              <a:latin typeface="Sintony"/>
              <a:ea typeface="Sintony"/>
              <a:cs typeface="Sintony"/>
              <a:sym typeface="Sintony"/>
            </a:endParaRPr>
          </a:p>
        </p:txBody>
      </p:sp>
      <p:sp>
        <p:nvSpPr>
          <p:cNvPr id="1871" name="Google Shape;1871;p60"/>
          <p:cNvSpPr txBox="1"/>
          <p:nvPr>
            <p:ph idx="2" type="body"/>
          </p:nvPr>
        </p:nvSpPr>
        <p:spPr>
          <a:xfrm>
            <a:off x="1027600" y="3216575"/>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72" name="Google Shape;1872;p60"/>
          <p:cNvSpPr/>
          <p:nvPr/>
        </p:nvSpPr>
        <p:spPr>
          <a:xfrm>
            <a:off x="4884325" y="18971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73" name="Google Shape;1873;p60"/>
          <p:cNvSpPr txBox="1"/>
          <p:nvPr/>
        </p:nvSpPr>
        <p:spPr>
          <a:xfrm>
            <a:off x="4986175" y="1963850"/>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B</a:t>
            </a:r>
            <a:endParaRPr b="1">
              <a:solidFill>
                <a:schemeClr val="dk2"/>
              </a:solidFill>
              <a:latin typeface="Sintony"/>
              <a:ea typeface="Sintony"/>
              <a:cs typeface="Sintony"/>
              <a:sym typeface="Sintony"/>
            </a:endParaRPr>
          </a:p>
        </p:txBody>
      </p:sp>
      <p:sp>
        <p:nvSpPr>
          <p:cNvPr id="1874" name="Google Shape;1874;p60"/>
          <p:cNvSpPr txBox="1"/>
          <p:nvPr>
            <p:ph idx="3" type="body"/>
          </p:nvPr>
        </p:nvSpPr>
        <p:spPr>
          <a:xfrm>
            <a:off x="5600225" y="19638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75" name="Google Shape;1875;p60"/>
          <p:cNvSpPr/>
          <p:nvPr/>
        </p:nvSpPr>
        <p:spPr>
          <a:xfrm>
            <a:off x="4884325" y="3149825"/>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76" name="Google Shape;1876;p60"/>
          <p:cNvSpPr txBox="1"/>
          <p:nvPr/>
        </p:nvSpPr>
        <p:spPr>
          <a:xfrm>
            <a:off x="4986175" y="3216575"/>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D</a:t>
            </a:r>
            <a:endParaRPr b="1">
              <a:solidFill>
                <a:schemeClr val="dk2"/>
              </a:solidFill>
              <a:latin typeface="Sintony"/>
              <a:ea typeface="Sintony"/>
              <a:cs typeface="Sintony"/>
              <a:sym typeface="Sintony"/>
            </a:endParaRPr>
          </a:p>
        </p:txBody>
      </p:sp>
      <p:sp>
        <p:nvSpPr>
          <p:cNvPr id="1877" name="Google Shape;1877;p60"/>
          <p:cNvSpPr txBox="1"/>
          <p:nvPr>
            <p:ph idx="4" type="body"/>
          </p:nvPr>
        </p:nvSpPr>
        <p:spPr>
          <a:xfrm>
            <a:off x="5600225" y="3216575"/>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78" name="Google Shape;1878;p60"/>
          <p:cNvSpPr/>
          <p:nvPr/>
        </p:nvSpPr>
        <p:spPr>
          <a:xfrm>
            <a:off x="-6325" y="4710925"/>
            <a:ext cx="9144000" cy="432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4 v2">
  <p:cSld name="CUSTOM_42">
    <p:spTree>
      <p:nvGrpSpPr>
        <p:cNvPr id="1879" name="Shape 1879"/>
        <p:cNvGrpSpPr/>
        <p:nvPr/>
      </p:nvGrpSpPr>
      <p:grpSpPr>
        <a:xfrm>
          <a:off x="0" y="0"/>
          <a:ext cx="0" cy="0"/>
          <a:chOff x="0" y="0"/>
          <a:chExt cx="0" cy="0"/>
        </a:xfrm>
      </p:grpSpPr>
      <p:sp>
        <p:nvSpPr>
          <p:cNvPr id="1880" name="Google Shape;1880;p61"/>
          <p:cNvSpPr/>
          <p:nvPr/>
        </p:nvSpPr>
        <p:spPr>
          <a:xfrm>
            <a:off x="-6325" y="-9475"/>
            <a:ext cx="4572000" cy="52140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881" name="Google Shape;1881;p61"/>
          <p:cNvGrpSpPr/>
          <p:nvPr/>
        </p:nvGrpSpPr>
        <p:grpSpPr>
          <a:xfrm>
            <a:off x="-950816" y="4253028"/>
            <a:ext cx="1903483" cy="1903483"/>
            <a:chOff x="2421225" y="305100"/>
            <a:chExt cx="1684200" cy="1684200"/>
          </a:xfrm>
        </p:grpSpPr>
        <p:sp>
          <p:nvSpPr>
            <p:cNvPr id="1882" name="Google Shape;1882;p61"/>
            <p:cNvSpPr/>
            <p:nvPr/>
          </p:nvSpPr>
          <p:spPr>
            <a:xfrm rot="-5400000">
              <a:off x="3039675" y="305100"/>
              <a:ext cx="447300" cy="168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83" name="Google Shape;1883;p61"/>
            <p:cNvSpPr/>
            <p:nvPr/>
          </p:nvSpPr>
          <p:spPr>
            <a:xfrm>
              <a:off x="3039675" y="305100"/>
              <a:ext cx="447300" cy="168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84" name="Google Shape;1884;p61"/>
            <p:cNvSpPr/>
            <p:nvPr/>
          </p:nvSpPr>
          <p:spPr>
            <a:xfrm rot="-8100000">
              <a:off x="3039778" y="304985"/>
              <a:ext cx="447174" cy="1684328"/>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85" name="Google Shape;1885;p61"/>
            <p:cNvSpPr/>
            <p:nvPr/>
          </p:nvSpPr>
          <p:spPr>
            <a:xfrm rot="-2700000">
              <a:off x="3039689" y="305076"/>
              <a:ext cx="447174" cy="1684328"/>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886" name="Google Shape;1886;p61"/>
          <p:cNvSpPr/>
          <p:nvPr/>
        </p:nvSpPr>
        <p:spPr>
          <a:xfrm rot="527322">
            <a:off x="3845946" y="-547619"/>
            <a:ext cx="1044565" cy="968065"/>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887" name="Google Shape;1887;p61"/>
          <p:cNvSpPr txBox="1"/>
          <p:nvPr>
            <p:ph type="title"/>
          </p:nvPr>
        </p:nvSpPr>
        <p:spPr>
          <a:xfrm>
            <a:off x="311700" y="2285400"/>
            <a:ext cx="3794100" cy="572700"/>
          </a:xfrm>
          <a:prstGeom prst="rect">
            <a:avLst/>
          </a:prstGeom>
        </p:spPr>
        <p:txBody>
          <a:bodyPr anchorCtr="0" anchor="ctr"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88" name="Google Shape;1888;p61"/>
          <p:cNvSpPr/>
          <p:nvPr/>
        </p:nvSpPr>
        <p:spPr>
          <a:xfrm>
            <a:off x="4958325" y="39877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89" name="Google Shape;1889;p61"/>
          <p:cNvSpPr/>
          <p:nvPr/>
        </p:nvSpPr>
        <p:spPr>
          <a:xfrm>
            <a:off x="4958325" y="160522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90" name="Google Shape;1890;p61"/>
          <p:cNvSpPr/>
          <p:nvPr/>
        </p:nvSpPr>
        <p:spPr>
          <a:xfrm>
            <a:off x="4958325" y="281167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91" name="Google Shape;1891;p61"/>
          <p:cNvSpPr/>
          <p:nvPr/>
        </p:nvSpPr>
        <p:spPr>
          <a:xfrm>
            <a:off x="4958325" y="409642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892" name="Google Shape;1892;p61"/>
          <p:cNvSpPr txBox="1"/>
          <p:nvPr>
            <p:ph idx="1" type="body"/>
          </p:nvPr>
        </p:nvSpPr>
        <p:spPr>
          <a:xfrm>
            <a:off x="5554125" y="555375"/>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93" name="Google Shape;1893;p61"/>
          <p:cNvSpPr txBox="1"/>
          <p:nvPr>
            <p:ph idx="2" type="body"/>
          </p:nvPr>
        </p:nvSpPr>
        <p:spPr>
          <a:xfrm>
            <a:off x="5554125" y="1761824"/>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94" name="Google Shape;1894;p61"/>
          <p:cNvSpPr txBox="1"/>
          <p:nvPr>
            <p:ph idx="3" type="body"/>
          </p:nvPr>
        </p:nvSpPr>
        <p:spPr>
          <a:xfrm>
            <a:off x="5554125" y="2975026"/>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95" name="Google Shape;1895;p61"/>
          <p:cNvSpPr txBox="1"/>
          <p:nvPr>
            <p:ph idx="4" type="body"/>
          </p:nvPr>
        </p:nvSpPr>
        <p:spPr>
          <a:xfrm>
            <a:off x="5554125" y="4253025"/>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96" name="Google Shape;1896;p61"/>
          <p:cNvSpPr txBox="1"/>
          <p:nvPr>
            <p:ph idx="5" type="subTitle"/>
          </p:nvPr>
        </p:nvSpPr>
        <p:spPr>
          <a:xfrm>
            <a:off x="5102325" y="5553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7" name="Google Shape;1897;p61"/>
          <p:cNvSpPr txBox="1"/>
          <p:nvPr>
            <p:ph idx="6" type="subTitle"/>
          </p:nvPr>
        </p:nvSpPr>
        <p:spPr>
          <a:xfrm>
            <a:off x="5102325" y="176182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8" name="Google Shape;1898;p61"/>
          <p:cNvSpPr txBox="1"/>
          <p:nvPr>
            <p:ph idx="7" type="subTitle"/>
          </p:nvPr>
        </p:nvSpPr>
        <p:spPr>
          <a:xfrm>
            <a:off x="5102325" y="29682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9" name="Google Shape;1899;p61"/>
          <p:cNvSpPr txBox="1"/>
          <p:nvPr>
            <p:ph idx="8" type="subTitle"/>
          </p:nvPr>
        </p:nvSpPr>
        <p:spPr>
          <a:xfrm>
            <a:off x="5102325" y="425302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0" name="Google Shape;1900;p61"/>
          <p:cNvSpPr/>
          <p:nvPr/>
        </p:nvSpPr>
        <p:spPr>
          <a:xfrm>
            <a:off x="8107375" y="0"/>
            <a:ext cx="1035000" cy="51435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901" name="Google Shape;1901;p61"/>
          <p:cNvGrpSpPr/>
          <p:nvPr/>
        </p:nvGrpSpPr>
        <p:grpSpPr>
          <a:xfrm>
            <a:off x="8664825" y="4507225"/>
            <a:ext cx="849600" cy="697200"/>
            <a:chOff x="489200" y="476250"/>
            <a:chExt cx="849600" cy="697200"/>
          </a:xfrm>
        </p:grpSpPr>
        <p:sp>
          <p:nvSpPr>
            <p:cNvPr id="1902" name="Google Shape;1902;p61"/>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03" name="Google Shape;1903;p61"/>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04" name="Google Shape;1904;p61"/>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05" name="Google Shape;1905;p61"/>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06" name="Google Shape;1906;p61"/>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07" name="Google Shape;1907;p61"/>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08" name="Google Shape;1908;p61"/>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09" name="Google Shape;1909;p61"/>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0" name="Google Shape;1910;p61"/>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1" name="Google Shape;1911;p61"/>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2" name="Google Shape;1912;p61"/>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3" name="Google Shape;1913;p61"/>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4" name="Google Shape;1914;p61"/>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5" name="Google Shape;1915;p61"/>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6" name="Google Shape;1916;p61"/>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7" name="Google Shape;1917;p61"/>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8" name="Google Shape;1918;p61"/>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19" name="Google Shape;1919;p61"/>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0" name="Google Shape;1920;p61"/>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1" name="Google Shape;1921;p61"/>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2" name="Google Shape;1922;p61"/>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3" name="Google Shape;1923;p61"/>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4" name="Google Shape;1924;p61"/>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5" name="Google Shape;1925;p61"/>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6" name="Google Shape;1926;p61"/>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7" name="Google Shape;1927;p61"/>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8" name="Google Shape;1928;p61"/>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29" name="Google Shape;1929;p61"/>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30" name="Google Shape;1930;p61"/>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31" name="Google Shape;1931;p61"/>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3 v1">
  <p:cSld name="CUSTOM_43">
    <p:spTree>
      <p:nvGrpSpPr>
        <p:cNvPr id="1932" name="Shape 1932"/>
        <p:cNvGrpSpPr/>
        <p:nvPr/>
      </p:nvGrpSpPr>
      <p:grpSpPr>
        <a:xfrm>
          <a:off x="0" y="0"/>
          <a:ext cx="0" cy="0"/>
          <a:chOff x="0" y="0"/>
          <a:chExt cx="0" cy="0"/>
        </a:xfrm>
      </p:grpSpPr>
      <p:sp>
        <p:nvSpPr>
          <p:cNvPr id="1933" name="Google Shape;1933;p6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934" name="Google Shape;1934;p62"/>
          <p:cNvSpPr/>
          <p:nvPr/>
        </p:nvSpPr>
        <p:spPr>
          <a:xfrm>
            <a:off x="7941900" y="0"/>
            <a:ext cx="1200600" cy="51435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935" name="Google Shape;1935;p62"/>
          <p:cNvGrpSpPr/>
          <p:nvPr/>
        </p:nvGrpSpPr>
        <p:grpSpPr>
          <a:xfrm>
            <a:off x="5341838" y="-869090"/>
            <a:ext cx="1238898" cy="1238898"/>
            <a:chOff x="2421225" y="305100"/>
            <a:chExt cx="1684200" cy="1684200"/>
          </a:xfrm>
        </p:grpSpPr>
        <p:sp>
          <p:nvSpPr>
            <p:cNvPr id="1936" name="Google Shape;1936;p62"/>
            <p:cNvSpPr/>
            <p:nvPr/>
          </p:nvSpPr>
          <p:spPr>
            <a:xfrm rot="-5400000">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37" name="Google Shape;1937;p62"/>
            <p:cNvSpPr/>
            <p:nvPr/>
          </p:nvSpPr>
          <p:spPr>
            <a:xfrm>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38" name="Google Shape;1938;p62"/>
            <p:cNvSpPr/>
            <p:nvPr/>
          </p:nvSpPr>
          <p:spPr>
            <a:xfrm rot="-8100000">
              <a:off x="3039778" y="304985"/>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39" name="Google Shape;1939;p62"/>
            <p:cNvSpPr/>
            <p:nvPr/>
          </p:nvSpPr>
          <p:spPr>
            <a:xfrm rot="-2700000">
              <a:off x="3039689" y="305076"/>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940" name="Google Shape;1940;p62"/>
          <p:cNvGrpSpPr/>
          <p:nvPr/>
        </p:nvGrpSpPr>
        <p:grpSpPr>
          <a:xfrm>
            <a:off x="8664825" y="4507225"/>
            <a:ext cx="849600" cy="697200"/>
            <a:chOff x="489200" y="476250"/>
            <a:chExt cx="849600" cy="697200"/>
          </a:xfrm>
        </p:grpSpPr>
        <p:sp>
          <p:nvSpPr>
            <p:cNvPr id="1941" name="Google Shape;1941;p62"/>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2" name="Google Shape;1942;p62"/>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3" name="Google Shape;1943;p62"/>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4" name="Google Shape;1944;p62"/>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5" name="Google Shape;1945;p62"/>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6" name="Google Shape;1946;p62"/>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7" name="Google Shape;1947;p62"/>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8" name="Google Shape;1948;p62"/>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49" name="Google Shape;1949;p62"/>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0" name="Google Shape;1950;p62"/>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1" name="Google Shape;1951;p62"/>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2" name="Google Shape;1952;p62"/>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3" name="Google Shape;1953;p62"/>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4" name="Google Shape;1954;p62"/>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5" name="Google Shape;1955;p62"/>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6" name="Google Shape;1956;p62"/>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7" name="Google Shape;1957;p62"/>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8" name="Google Shape;1958;p62"/>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59" name="Google Shape;1959;p62"/>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0" name="Google Shape;1960;p62"/>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1" name="Google Shape;1961;p62"/>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2" name="Google Shape;1962;p62"/>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3" name="Google Shape;1963;p62"/>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4" name="Google Shape;1964;p62"/>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5" name="Google Shape;1965;p62"/>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6" name="Google Shape;1966;p62"/>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7" name="Google Shape;1967;p62"/>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8" name="Google Shape;1968;p62"/>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69" name="Google Shape;1969;p62"/>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70" name="Google Shape;1970;p62"/>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1971" name="Google Shape;1971;p62"/>
          <p:cNvSpPr/>
          <p:nvPr/>
        </p:nvSpPr>
        <p:spPr>
          <a:xfrm>
            <a:off x="311700" y="20140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972" name="Google Shape;1972;p62"/>
          <p:cNvSpPr txBox="1"/>
          <p:nvPr/>
        </p:nvSpPr>
        <p:spPr>
          <a:xfrm>
            <a:off x="413550" y="2080750"/>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A</a:t>
            </a:r>
            <a:endParaRPr b="1">
              <a:solidFill>
                <a:schemeClr val="dk2"/>
              </a:solidFill>
              <a:latin typeface="Sintony"/>
              <a:ea typeface="Sintony"/>
              <a:cs typeface="Sintony"/>
              <a:sym typeface="Sintony"/>
            </a:endParaRPr>
          </a:p>
        </p:txBody>
      </p:sp>
      <p:sp>
        <p:nvSpPr>
          <p:cNvPr id="1973" name="Google Shape;1973;p62"/>
          <p:cNvSpPr txBox="1"/>
          <p:nvPr>
            <p:ph idx="1" type="body"/>
          </p:nvPr>
        </p:nvSpPr>
        <p:spPr>
          <a:xfrm>
            <a:off x="1027600" y="20807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974" name="Google Shape;1974;p62"/>
          <p:cNvSpPr/>
          <p:nvPr/>
        </p:nvSpPr>
        <p:spPr>
          <a:xfrm>
            <a:off x="311700" y="41131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975" name="Google Shape;1975;p62"/>
          <p:cNvSpPr txBox="1"/>
          <p:nvPr/>
        </p:nvSpPr>
        <p:spPr>
          <a:xfrm>
            <a:off x="413550" y="4179850"/>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C</a:t>
            </a:r>
            <a:endParaRPr b="1">
              <a:solidFill>
                <a:schemeClr val="dk2"/>
              </a:solidFill>
              <a:latin typeface="Sintony"/>
              <a:ea typeface="Sintony"/>
              <a:cs typeface="Sintony"/>
              <a:sym typeface="Sintony"/>
            </a:endParaRPr>
          </a:p>
        </p:txBody>
      </p:sp>
      <p:sp>
        <p:nvSpPr>
          <p:cNvPr id="1976" name="Google Shape;1976;p62"/>
          <p:cNvSpPr txBox="1"/>
          <p:nvPr>
            <p:ph idx="2" type="body"/>
          </p:nvPr>
        </p:nvSpPr>
        <p:spPr>
          <a:xfrm>
            <a:off x="1027600" y="41798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977" name="Google Shape;1977;p62"/>
          <p:cNvSpPr/>
          <p:nvPr/>
        </p:nvSpPr>
        <p:spPr>
          <a:xfrm>
            <a:off x="311700" y="3096913"/>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1978" name="Google Shape;1978;p62"/>
          <p:cNvSpPr txBox="1"/>
          <p:nvPr/>
        </p:nvSpPr>
        <p:spPr>
          <a:xfrm>
            <a:off x="413550" y="3163663"/>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B</a:t>
            </a:r>
            <a:endParaRPr b="1">
              <a:solidFill>
                <a:schemeClr val="dk2"/>
              </a:solidFill>
              <a:latin typeface="Sintony"/>
              <a:ea typeface="Sintony"/>
              <a:cs typeface="Sintony"/>
              <a:sym typeface="Sintony"/>
            </a:endParaRPr>
          </a:p>
        </p:txBody>
      </p:sp>
      <p:sp>
        <p:nvSpPr>
          <p:cNvPr id="1979" name="Google Shape;1979;p62"/>
          <p:cNvSpPr txBox="1"/>
          <p:nvPr>
            <p:ph idx="3" type="body"/>
          </p:nvPr>
        </p:nvSpPr>
        <p:spPr>
          <a:xfrm>
            <a:off x="1027600" y="3163663"/>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3 v2">
  <p:cSld name="CUSTOM_44">
    <p:spTree>
      <p:nvGrpSpPr>
        <p:cNvPr id="1980" name="Shape 1980"/>
        <p:cNvGrpSpPr/>
        <p:nvPr/>
      </p:nvGrpSpPr>
      <p:grpSpPr>
        <a:xfrm>
          <a:off x="0" y="0"/>
          <a:ext cx="0" cy="0"/>
          <a:chOff x="0" y="0"/>
          <a:chExt cx="0" cy="0"/>
        </a:xfrm>
      </p:grpSpPr>
      <p:sp>
        <p:nvSpPr>
          <p:cNvPr id="1981" name="Google Shape;1981;p63"/>
          <p:cNvSpPr/>
          <p:nvPr/>
        </p:nvSpPr>
        <p:spPr>
          <a:xfrm>
            <a:off x="-6325" y="-9475"/>
            <a:ext cx="4572000" cy="5143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1982" name="Google Shape;1982;p63"/>
          <p:cNvGrpSpPr/>
          <p:nvPr/>
        </p:nvGrpSpPr>
        <p:grpSpPr>
          <a:xfrm>
            <a:off x="2949443" y="-1639892"/>
            <a:ext cx="3245117" cy="3245117"/>
            <a:chOff x="2645475" y="456275"/>
            <a:chExt cx="697200" cy="697200"/>
          </a:xfrm>
        </p:grpSpPr>
        <p:sp>
          <p:nvSpPr>
            <p:cNvPr id="1983" name="Google Shape;1983;p63"/>
            <p:cNvSpPr/>
            <p:nvPr/>
          </p:nvSpPr>
          <p:spPr>
            <a:xfrm>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84" name="Google Shape;1984;p63"/>
            <p:cNvSpPr/>
            <p:nvPr/>
          </p:nvSpPr>
          <p:spPr>
            <a:xfrm rot="-5400000">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85" name="Google Shape;1985;p63"/>
            <p:cNvSpPr/>
            <p:nvPr/>
          </p:nvSpPr>
          <p:spPr>
            <a:xfrm rot="-2700000">
              <a:off x="2977290" y="456299"/>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86" name="Google Shape;1986;p63"/>
            <p:cNvSpPr/>
            <p:nvPr/>
          </p:nvSpPr>
          <p:spPr>
            <a:xfrm rot="-8100000">
              <a:off x="2977349" y="456394"/>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87" name="Google Shape;1987;p63"/>
            <p:cNvSpPr/>
            <p:nvPr/>
          </p:nvSpPr>
          <p:spPr>
            <a:xfrm rot="-1387885">
              <a:off x="2977170" y="456436"/>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88" name="Google Shape;1988;p63"/>
            <p:cNvSpPr/>
            <p:nvPr/>
          </p:nvSpPr>
          <p:spPr>
            <a:xfrm rot="-6787885">
              <a:off x="2977359" y="456451"/>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89" name="Google Shape;1989;p63"/>
            <p:cNvSpPr/>
            <p:nvPr/>
          </p:nvSpPr>
          <p:spPr>
            <a:xfrm rot="-4109047">
              <a:off x="2977190" y="456337"/>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0" name="Google Shape;1990;p63"/>
            <p:cNvSpPr/>
            <p:nvPr/>
          </p:nvSpPr>
          <p:spPr>
            <a:xfrm rot="-9509047">
              <a:off x="2977270" y="456558"/>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1991" name="Google Shape;1991;p63"/>
          <p:cNvGrpSpPr/>
          <p:nvPr/>
        </p:nvGrpSpPr>
        <p:grpSpPr>
          <a:xfrm>
            <a:off x="-160150" y="4587550"/>
            <a:ext cx="849600" cy="697200"/>
            <a:chOff x="489200" y="476250"/>
            <a:chExt cx="849600" cy="697200"/>
          </a:xfrm>
        </p:grpSpPr>
        <p:sp>
          <p:nvSpPr>
            <p:cNvPr id="1992" name="Google Shape;1992;p63"/>
            <p:cNvSpPr/>
            <p:nvPr/>
          </p:nvSpPr>
          <p:spPr>
            <a:xfrm>
              <a:off x="4892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3" name="Google Shape;1993;p63"/>
            <p:cNvSpPr/>
            <p:nvPr/>
          </p:nvSpPr>
          <p:spPr>
            <a:xfrm>
              <a:off x="6416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4" name="Google Shape;1994;p63"/>
            <p:cNvSpPr/>
            <p:nvPr/>
          </p:nvSpPr>
          <p:spPr>
            <a:xfrm>
              <a:off x="7940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5" name="Google Shape;1995;p63"/>
            <p:cNvSpPr/>
            <p:nvPr/>
          </p:nvSpPr>
          <p:spPr>
            <a:xfrm>
              <a:off x="9464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6" name="Google Shape;1996;p63"/>
            <p:cNvSpPr/>
            <p:nvPr/>
          </p:nvSpPr>
          <p:spPr>
            <a:xfrm>
              <a:off x="10988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7" name="Google Shape;1997;p63"/>
            <p:cNvSpPr/>
            <p:nvPr/>
          </p:nvSpPr>
          <p:spPr>
            <a:xfrm>
              <a:off x="1251200" y="4762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8" name="Google Shape;1998;p63"/>
            <p:cNvSpPr/>
            <p:nvPr/>
          </p:nvSpPr>
          <p:spPr>
            <a:xfrm>
              <a:off x="4892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1999" name="Google Shape;1999;p63"/>
            <p:cNvSpPr/>
            <p:nvPr/>
          </p:nvSpPr>
          <p:spPr>
            <a:xfrm>
              <a:off x="6416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0" name="Google Shape;2000;p63"/>
            <p:cNvSpPr/>
            <p:nvPr/>
          </p:nvSpPr>
          <p:spPr>
            <a:xfrm>
              <a:off x="7940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1" name="Google Shape;2001;p63"/>
            <p:cNvSpPr/>
            <p:nvPr/>
          </p:nvSpPr>
          <p:spPr>
            <a:xfrm>
              <a:off x="9464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2" name="Google Shape;2002;p63"/>
            <p:cNvSpPr/>
            <p:nvPr/>
          </p:nvSpPr>
          <p:spPr>
            <a:xfrm>
              <a:off x="10988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3" name="Google Shape;2003;p63"/>
            <p:cNvSpPr/>
            <p:nvPr/>
          </p:nvSpPr>
          <p:spPr>
            <a:xfrm>
              <a:off x="1251200" y="6286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4" name="Google Shape;2004;p63"/>
            <p:cNvSpPr/>
            <p:nvPr/>
          </p:nvSpPr>
          <p:spPr>
            <a:xfrm>
              <a:off x="4892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5" name="Google Shape;2005;p63"/>
            <p:cNvSpPr/>
            <p:nvPr/>
          </p:nvSpPr>
          <p:spPr>
            <a:xfrm>
              <a:off x="6416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6" name="Google Shape;2006;p63"/>
            <p:cNvSpPr/>
            <p:nvPr/>
          </p:nvSpPr>
          <p:spPr>
            <a:xfrm>
              <a:off x="7940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7" name="Google Shape;2007;p63"/>
            <p:cNvSpPr/>
            <p:nvPr/>
          </p:nvSpPr>
          <p:spPr>
            <a:xfrm>
              <a:off x="9464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8" name="Google Shape;2008;p63"/>
            <p:cNvSpPr/>
            <p:nvPr/>
          </p:nvSpPr>
          <p:spPr>
            <a:xfrm>
              <a:off x="10988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09" name="Google Shape;2009;p63"/>
            <p:cNvSpPr/>
            <p:nvPr/>
          </p:nvSpPr>
          <p:spPr>
            <a:xfrm>
              <a:off x="1251200" y="7810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0" name="Google Shape;2010;p63"/>
            <p:cNvSpPr/>
            <p:nvPr/>
          </p:nvSpPr>
          <p:spPr>
            <a:xfrm>
              <a:off x="4892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1" name="Google Shape;2011;p63"/>
            <p:cNvSpPr/>
            <p:nvPr/>
          </p:nvSpPr>
          <p:spPr>
            <a:xfrm>
              <a:off x="6416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2" name="Google Shape;2012;p63"/>
            <p:cNvSpPr/>
            <p:nvPr/>
          </p:nvSpPr>
          <p:spPr>
            <a:xfrm>
              <a:off x="7940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3" name="Google Shape;2013;p63"/>
            <p:cNvSpPr/>
            <p:nvPr/>
          </p:nvSpPr>
          <p:spPr>
            <a:xfrm>
              <a:off x="9464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4" name="Google Shape;2014;p63"/>
            <p:cNvSpPr/>
            <p:nvPr/>
          </p:nvSpPr>
          <p:spPr>
            <a:xfrm>
              <a:off x="10988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5" name="Google Shape;2015;p63"/>
            <p:cNvSpPr/>
            <p:nvPr/>
          </p:nvSpPr>
          <p:spPr>
            <a:xfrm>
              <a:off x="1251200" y="9334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6" name="Google Shape;2016;p63"/>
            <p:cNvSpPr/>
            <p:nvPr/>
          </p:nvSpPr>
          <p:spPr>
            <a:xfrm>
              <a:off x="4892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7" name="Google Shape;2017;p63"/>
            <p:cNvSpPr/>
            <p:nvPr/>
          </p:nvSpPr>
          <p:spPr>
            <a:xfrm>
              <a:off x="6416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8" name="Google Shape;2018;p63"/>
            <p:cNvSpPr/>
            <p:nvPr/>
          </p:nvSpPr>
          <p:spPr>
            <a:xfrm>
              <a:off x="7940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19" name="Google Shape;2019;p63"/>
            <p:cNvSpPr/>
            <p:nvPr/>
          </p:nvSpPr>
          <p:spPr>
            <a:xfrm>
              <a:off x="9464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20" name="Google Shape;2020;p63"/>
            <p:cNvSpPr/>
            <p:nvPr/>
          </p:nvSpPr>
          <p:spPr>
            <a:xfrm>
              <a:off x="10988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21" name="Google Shape;2021;p63"/>
            <p:cNvSpPr/>
            <p:nvPr/>
          </p:nvSpPr>
          <p:spPr>
            <a:xfrm>
              <a:off x="1251200" y="1085850"/>
              <a:ext cx="87600" cy="876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022" name="Google Shape;2022;p63"/>
          <p:cNvSpPr txBox="1"/>
          <p:nvPr>
            <p:ph type="title"/>
          </p:nvPr>
        </p:nvSpPr>
        <p:spPr>
          <a:xfrm>
            <a:off x="311700" y="2285400"/>
            <a:ext cx="3858900" cy="572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023" name="Google Shape;2023;p63"/>
          <p:cNvSpPr/>
          <p:nvPr/>
        </p:nvSpPr>
        <p:spPr>
          <a:xfrm>
            <a:off x="4958325" y="1008600"/>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024" name="Google Shape;2024;p63"/>
          <p:cNvSpPr/>
          <p:nvPr/>
        </p:nvSpPr>
        <p:spPr>
          <a:xfrm>
            <a:off x="4958325" y="2215050"/>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025" name="Google Shape;2025;p63"/>
          <p:cNvSpPr/>
          <p:nvPr/>
        </p:nvSpPr>
        <p:spPr>
          <a:xfrm>
            <a:off x="4958325" y="3421500"/>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026" name="Google Shape;2026;p63"/>
          <p:cNvSpPr txBox="1"/>
          <p:nvPr>
            <p:ph idx="1" type="body"/>
          </p:nvPr>
        </p:nvSpPr>
        <p:spPr>
          <a:xfrm>
            <a:off x="5554125" y="1165200"/>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027" name="Google Shape;2027;p63"/>
          <p:cNvSpPr txBox="1"/>
          <p:nvPr>
            <p:ph idx="2" type="body"/>
          </p:nvPr>
        </p:nvSpPr>
        <p:spPr>
          <a:xfrm>
            <a:off x="5554125" y="2371649"/>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028" name="Google Shape;2028;p63"/>
          <p:cNvSpPr txBox="1"/>
          <p:nvPr>
            <p:ph idx="3" type="body"/>
          </p:nvPr>
        </p:nvSpPr>
        <p:spPr>
          <a:xfrm>
            <a:off x="5554125" y="3584851"/>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029" name="Google Shape;2029;p63"/>
          <p:cNvSpPr txBox="1"/>
          <p:nvPr>
            <p:ph idx="4" type="subTitle"/>
          </p:nvPr>
        </p:nvSpPr>
        <p:spPr>
          <a:xfrm>
            <a:off x="5102325" y="116520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0" name="Google Shape;2030;p63"/>
          <p:cNvSpPr txBox="1"/>
          <p:nvPr>
            <p:ph idx="5" type="subTitle"/>
          </p:nvPr>
        </p:nvSpPr>
        <p:spPr>
          <a:xfrm>
            <a:off x="5102325" y="237165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1" name="Google Shape;2031;p63"/>
          <p:cNvSpPr txBox="1"/>
          <p:nvPr>
            <p:ph idx="6" type="subTitle"/>
          </p:nvPr>
        </p:nvSpPr>
        <p:spPr>
          <a:xfrm>
            <a:off x="5102325" y="3578100"/>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2" name="Google Shape;2032;p63"/>
          <p:cNvSpPr/>
          <p:nvPr/>
        </p:nvSpPr>
        <p:spPr>
          <a:xfrm>
            <a:off x="8107375" y="0"/>
            <a:ext cx="1035000" cy="51435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2 v1">
  <p:cSld name="CUSTOM_45">
    <p:spTree>
      <p:nvGrpSpPr>
        <p:cNvPr id="2033" name="Shape 2033"/>
        <p:cNvGrpSpPr/>
        <p:nvPr/>
      </p:nvGrpSpPr>
      <p:grpSpPr>
        <a:xfrm>
          <a:off x="0" y="0"/>
          <a:ext cx="0" cy="0"/>
          <a:chOff x="0" y="0"/>
          <a:chExt cx="0" cy="0"/>
        </a:xfrm>
      </p:grpSpPr>
      <p:sp>
        <p:nvSpPr>
          <p:cNvPr id="2034" name="Google Shape;2034;p6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
        <p:nvSpPr>
          <p:cNvPr id="2035" name="Google Shape;2035;p64"/>
          <p:cNvSpPr/>
          <p:nvPr/>
        </p:nvSpPr>
        <p:spPr>
          <a:xfrm>
            <a:off x="476425" y="24788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036" name="Google Shape;2036;p64"/>
          <p:cNvSpPr txBox="1"/>
          <p:nvPr/>
        </p:nvSpPr>
        <p:spPr>
          <a:xfrm>
            <a:off x="578275" y="2545550"/>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A</a:t>
            </a:r>
            <a:endParaRPr b="1">
              <a:solidFill>
                <a:schemeClr val="dk2"/>
              </a:solidFill>
              <a:latin typeface="Sintony"/>
              <a:ea typeface="Sintony"/>
              <a:cs typeface="Sintony"/>
              <a:sym typeface="Sintony"/>
            </a:endParaRPr>
          </a:p>
        </p:txBody>
      </p:sp>
      <p:sp>
        <p:nvSpPr>
          <p:cNvPr id="2037" name="Google Shape;2037;p64"/>
          <p:cNvSpPr txBox="1"/>
          <p:nvPr>
            <p:ph idx="1" type="body"/>
          </p:nvPr>
        </p:nvSpPr>
        <p:spPr>
          <a:xfrm>
            <a:off x="1192325" y="25455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038" name="Google Shape;2038;p64"/>
          <p:cNvSpPr/>
          <p:nvPr/>
        </p:nvSpPr>
        <p:spPr>
          <a:xfrm>
            <a:off x="4963675" y="2478800"/>
            <a:ext cx="583200" cy="533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039" name="Google Shape;2039;p64"/>
          <p:cNvSpPr txBox="1"/>
          <p:nvPr/>
        </p:nvSpPr>
        <p:spPr>
          <a:xfrm>
            <a:off x="5065525" y="2545550"/>
            <a:ext cx="3795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2"/>
                </a:solidFill>
                <a:latin typeface="Sintony"/>
                <a:ea typeface="Sintony"/>
                <a:cs typeface="Sintony"/>
                <a:sym typeface="Sintony"/>
              </a:rPr>
              <a:t>B</a:t>
            </a:r>
            <a:endParaRPr b="1">
              <a:solidFill>
                <a:schemeClr val="dk2"/>
              </a:solidFill>
              <a:latin typeface="Sintony"/>
              <a:ea typeface="Sintony"/>
              <a:cs typeface="Sintony"/>
              <a:sym typeface="Sintony"/>
            </a:endParaRPr>
          </a:p>
        </p:txBody>
      </p:sp>
      <p:sp>
        <p:nvSpPr>
          <p:cNvPr id="2040" name="Google Shape;2040;p64"/>
          <p:cNvSpPr txBox="1"/>
          <p:nvPr>
            <p:ph idx="2" type="body"/>
          </p:nvPr>
        </p:nvSpPr>
        <p:spPr>
          <a:xfrm>
            <a:off x="5679575" y="2545550"/>
            <a:ext cx="29880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grpSp>
        <p:nvGrpSpPr>
          <p:cNvPr id="2041" name="Google Shape;2041;p64"/>
          <p:cNvGrpSpPr/>
          <p:nvPr/>
        </p:nvGrpSpPr>
        <p:grpSpPr>
          <a:xfrm>
            <a:off x="7561623" y="-1622713"/>
            <a:ext cx="3245117" cy="3245117"/>
            <a:chOff x="2645475" y="456275"/>
            <a:chExt cx="697200" cy="697200"/>
          </a:xfrm>
        </p:grpSpPr>
        <p:sp>
          <p:nvSpPr>
            <p:cNvPr id="2042" name="Google Shape;2042;p64"/>
            <p:cNvSpPr/>
            <p:nvPr/>
          </p:nvSpPr>
          <p:spPr>
            <a:xfrm>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43" name="Google Shape;2043;p64"/>
            <p:cNvSpPr/>
            <p:nvPr/>
          </p:nvSpPr>
          <p:spPr>
            <a:xfrm rot="-5400000">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44" name="Google Shape;2044;p64"/>
            <p:cNvSpPr/>
            <p:nvPr/>
          </p:nvSpPr>
          <p:spPr>
            <a:xfrm rot="-2700000">
              <a:off x="2977290" y="456299"/>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45" name="Google Shape;2045;p64"/>
            <p:cNvSpPr/>
            <p:nvPr/>
          </p:nvSpPr>
          <p:spPr>
            <a:xfrm rot="-8100000">
              <a:off x="2977349" y="456394"/>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46" name="Google Shape;2046;p64"/>
            <p:cNvSpPr/>
            <p:nvPr/>
          </p:nvSpPr>
          <p:spPr>
            <a:xfrm rot="-1387885">
              <a:off x="2977170" y="456436"/>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47" name="Google Shape;2047;p64"/>
            <p:cNvSpPr/>
            <p:nvPr/>
          </p:nvSpPr>
          <p:spPr>
            <a:xfrm rot="-6787885">
              <a:off x="2977359" y="456451"/>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48" name="Google Shape;2048;p64"/>
            <p:cNvSpPr/>
            <p:nvPr/>
          </p:nvSpPr>
          <p:spPr>
            <a:xfrm rot="-4109047">
              <a:off x="2977190" y="456337"/>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49" name="Google Shape;2049;p64"/>
            <p:cNvSpPr/>
            <p:nvPr/>
          </p:nvSpPr>
          <p:spPr>
            <a:xfrm rot="-9509047">
              <a:off x="2977270" y="456558"/>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050" name="Google Shape;2050;p64"/>
          <p:cNvSpPr/>
          <p:nvPr/>
        </p:nvSpPr>
        <p:spPr>
          <a:xfrm>
            <a:off x="-6325" y="4710925"/>
            <a:ext cx="9144000" cy="4326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2051" name="Google Shape;2051;p64"/>
          <p:cNvGrpSpPr/>
          <p:nvPr/>
        </p:nvGrpSpPr>
        <p:grpSpPr>
          <a:xfrm>
            <a:off x="-163969" y="3247308"/>
            <a:ext cx="1356286" cy="1356286"/>
            <a:chOff x="2421225" y="305100"/>
            <a:chExt cx="1684200" cy="1684200"/>
          </a:xfrm>
        </p:grpSpPr>
        <p:sp>
          <p:nvSpPr>
            <p:cNvPr id="2052" name="Google Shape;2052;p64"/>
            <p:cNvSpPr/>
            <p:nvPr/>
          </p:nvSpPr>
          <p:spPr>
            <a:xfrm rot="-5400000">
              <a:off x="3039675" y="305100"/>
              <a:ext cx="447300" cy="168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53" name="Google Shape;2053;p64"/>
            <p:cNvSpPr/>
            <p:nvPr/>
          </p:nvSpPr>
          <p:spPr>
            <a:xfrm>
              <a:off x="3039675" y="305100"/>
              <a:ext cx="447300" cy="168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54" name="Google Shape;2054;p64"/>
            <p:cNvSpPr/>
            <p:nvPr/>
          </p:nvSpPr>
          <p:spPr>
            <a:xfrm rot="-8100000">
              <a:off x="3039778" y="304985"/>
              <a:ext cx="447174" cy="1684328"/>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55" name="Google Shape;2055;p64"/>
            <p:cNvSpPr/>
            <p:nvPr/>
          </p:nvSpPr>
          <p:spPr>
            <a:xfrm rot="-2700000">
              <a:off x="3039689" y="305076"/>
              <a:ext cx="447174" cy="1684328"/>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ingle Quiz Options 2 v2">
  <p:cSld name="CUSTOM_46">
    <p:spTree>
      <p:nvGrpSpPr>
        <p:cNvPr id="2056" name="Shape 2056"/>
        <p:cNvGrpSpPr/>
        <p:nvPr/>
      </p:nvGrpSpPr>
      <p:grpSpPr>
        <a:xfrm>
          <a:off x="0" y="0"/>
          <a:ext cx="0" cy="0"/>
          <a:chOff x="0" y="0"/>
          <a:chExt cx="0" cy="0"/>
        </a:xfrm>
      </p:grpSpPr>
      <p:sp>
        <p:nvSpPr>
          <p:cNvPr id="2057" name="Google Shape;2057;p65"/>
          <p:cNvSpPr/>
          <p:nvPr/>
        </p:nvSpPr>
        <p:spPr>
          <a:xfrm>
            <a:off x="8107375" y="0"/>
            <a:ext cx="1035000" cy="51435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58" name="Google Shape;2058;p65"/>
          <p:cNvSpPr/>
          <p:nvPr/>
        </p:nvSpPr>
        <p:spPr>
          <a:xfrm>
            <a:off x="-6325" y="-9475"/>
            <a:ext cx="4572000" cy="5143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2059" name="Google Shape;2059;p65"/>
          <p:cNvGrpSpPr/>
          <p:nvPr/>
        </p:nvGrpSpPr>
        <p:grpSpPr>
          <a:xfrm>
            <a:off x="-349421" y="4449362"/>
            <a:ext cx="856753" cy="856753"/>
            <a:chOff x="2421225" y="305100"/>
            <a:chExt cx="1684200" cy="1684200"/>
          </a:xfrm>
        </p:grpSpPr>
        <p:sp>
          <p:nvSpPr>
            <p:cNvPr id="2060" name="Google Shape;2060;p65"/>
            <p:cNvSpPr/>
            <p:nvPr/>
          </p:nvSpPr>
          <p:spPr>
            <a:xfrm rot="-5400000">
              <a:off x="3039675" y="305100"/>
              <a:ext cx="447300" cy="168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61" name="Google Shape;2061;p65"/>
            <p:cNvSpPr/>
            <p:nvPr/>
          </p:nvSpPr>
          <p:spPr>
            <a:xfrm>
              <a:off x="3039675" y="305100"/>
              <a:ext cx="447300" cy="1684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62" name="Google Shape;2062;p65"/>
            <p:cNvSpPr/>
            <p:nvPr/>
          </p:nvSpPr>
          <p:spPr>
            <a:xfrm rot="-8100000">
              <a:off x="3039778" y="304985"/>
              <a:ext cx="447174" cy="1684328"/>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63" name="Google Shape;2063;p65"/>
            <p:cNvSpPr/>
            <p:nvPr/>
          </p:nvSpPr>
          <p:spPr>
            <a:xfrm rot="-2700000">
              <a:off x="3039689" y="305076"/>
              <a:ext cx="447174" cy="1684328"/>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064" name="Google Shape;2064;p65"/>
          <p:cNvSpPr txBox="1"/>
          <p:nvPr>
            <p:ph type="title"/>
          </p:nvPr>
        </p:nvSpPr>
        <p:spPr>
          <a:xfrm>
            <a:off x="311700" y="2285400"/>
            <a:ext cx="3907200" cy="572700"/>
          </a:xfrm>
          <a:prstGeom prst="rect">
            <a:avLst/>
          </a:prstGeom>
        </p:spPr>
        <p:txBody>
          <a:bodyPr anchorCtr="0" anchor="ctr" bIns="0" lIns="0" spcFirstLastPara="1" rIns="0" wrap="square" tIns="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065" name="Google Shape;2065;p65"/>
          <p:cNvSpPr/>
          <p:nvPr/>
        </p:nvSpPr>
        <p:spPr>
          <a:xfrm rot="527322">
            <a:off x="8359046" y="-350619"/>
            <a:ext cx="1044565" cy="968065"/>
          </a:xfrm>
          <a:prstGeom prst="star8">
            <a:avLst>
              <a:gd fmla="val 3011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66" name="Google Shape;2066;p65"/>
          <p:cNvSpPr/>
          <p:nvPr/>
        </p:nvSpPr>
        <p:spPr>
          <a:xfrm>
            <a:off x="4958325" y="161182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067" name="Google Shape;2067;p65"/>
          <p:cNvSpPr/>
          <p:nvPr/>
        </p:nvSpPr>
        <p:spPr>
          <a:xfrm>
            <a:off x="4958325" y="2818275"/>
            <a:ext cx="2756400" cy="71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068" name="Google Shape;2068;p65"/>
          <p:cNvSpPr txBox="1"/>
          <p:nvPr>
            <p:ph idx="1" type="body"/>
          </p:nvPr>
        </p:nvSpPr>
        <p:spPr>
          <a:xfrm>
            <a:off x="5554125" y="1768425"/>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069" name="Google Shape;2069;p65"/>
          <p:cNvSpPr txBox="1"/>
          <p:nvPr>
            <p:ph idx="2" type="body"/>
          </p:nvPr>
        </p:nvSpPr>
        <p:spPr>
          <a:xfrm>
            <a:off x="5554125" y="2974874"/>
            <a:ext cx="1903500" cy="4002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070" name="Google Shape;2070;p65"/>
          <p:cNvSpPr txBox="1"/>
          <p:nvPr>
            <p:ph idx="3" type="subTitle"/>
          </p:nvPr>
        </p:nvSpPr>
        <p:spPr>
          <a:xfrm>
            <a:off x="5102325" y="176842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1" name="Google Shape;2071;p65"/>
          <p:cNvSpPr txBox="1"/>
          <p:nvPr>
            <p:ph idx="4" type="subTitle"/>
          </p:nvPr>
        </p:nvSpPr>
        <p:spPr>
          <a:xfrm>
            <a:off x="5102325" y="2974875"/>
            <a:ext cx="379500" cy="40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rue False v1">
  <p:cSld name="CUSTOM_38">
    <p:bg>
      <p:bgPr>
        <a:solidFill>
          <a:schemeClr val="accent5"/>
        </a:solidFill>
      </p:bgPr>
    </p:bg>
    <p:spTree>
      <p:nvGrpSpPr>
        <p:cNvPr id="2072" name="Shape 2072"/>
        <p:cNvGrpSpPr/>
        <p:nvPr/>
      </p:nvGrpSpPr>
      <p:grpSpPr>
        <a:xfrm>
          <a:off x="0" y="0"/>
          <a:ext cx="0" cy="0"/>
          <a:chOff x="0" y="0"/>
          <a:chExt cx="0" cy="0"/>
        </a:xfrm>
      </p:grpSpPr>
      <p:grpSp>
        <p:nvGrpSpPr>
          <p:cNvPr id="2073" name="Google Shape;2073;p66"/>
          <p:cNvGrpSpPr/>
          <p:nvPr/>
        </p:nvGrpSpPr>
        <p:grpSpPr>
          <a:xfrm>
            <a:off x="2834943" y="2724872"/>
            <a:ext cx="3245117" cy="3245117"/>
            <a:chOff x="2645475" y="456275"/>
            <a:chExt cx="697200" cy="697200"/>
          </a:xfrm>
        </p:grpSpPr>
        <p:sp>
          <p:nvSpPr>
            <p:cNvPr id="2074" name="Google Shape;2074;p66"/>
            <p:cNvSpPr/>
            <p:nvPr/>
          </p:nvSpPr>
          <p:spPr>
            <a:xfrm>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75" name="Google Shape;2075;p66"/>
            <p:cNvSpPr/>
            <p:nvPr/>
          </p:nvSpPr>
          <p:spPr>
            <a:xfrm rot="-5400000">
              <a:off x="2977275" y="456275"/>
              <a:ext cx="33600" cy="69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76" name="Google Shape;2076;p66"/>
            <p:cNvSpPr/>
            <p:nvPr/>
          </p:nvSpPr>
          <p:spPr>
            <a:xfrm rot="-2700000">
              <a:off x="2977290" y="456299"/>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77" name="Google Shape;2077;p66"/>
            <p:cNvSpPr/>
            <p:nvPr/>
          </p:nvSpPr>
          <p:spPr>
            <a:xfrm rot="-8100000">
              <a:off x="2977349" y="456394"/>
              <a:ext cx="33517" cy="697066"/>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78" name="Google Shape;2078;p66"/>
            <p:cNvSpPr/>
            <p:nvPr/>
          </p:nvSpPr>
          <p:spPr>
            <a:xfrm rot="-1387885">
              <a:off x="2977170" y="456436"/>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79" name="Google Shape;2079;p66"/>
            <p:cNvSpPr/>
            <p:nvPr/>
          </p:nvSpPr>
          <p:spPr>
            <a:xfrm rot="-6787885">
              <a:off x="2977359" y="456451"/>
              <a:ext cx="33601" cy="697122"/>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80" name="Google Shape;2080;p66"/>
            <p:cNvSpPr/>
            <p:nvPr/>
          </p:nvSpPr>
          <p:spPr>
            <a:xfrm rot="-4109047">
              <a:off x="2977190" y="456337"/>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081" name="Google Shape;2081;p66"/>
            <p:cNvSpPr/>
            <p:nvPr/>
          </p:nvSpPr>
          <p:spPr>
            <a:xfrm rot="-9509047">
              <a:off x="2977270" y="456558"/>
              <a:ext cx="33537" cy="696919"/>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2082" name="Google Shape;2082;p66"/>
          <p:cNvGrpSpPr/>
          <p:nvPr/>
        </p:nvGrpSpPr>
        <p:grpSpPr>
          <a:xfrm>
            <a:off x="-506371" y="-486939"/>
            <a:ext cx="2780592" cy="2762189"/>
            <a:chOff x="740850" y="1775184"/>
            <a:chExt cx="1994400" cy="1981200"/>
          </a:xfrm>
        </p:grpSpPr>
        <p:cxnSp>
          <p:nvCxnSpPr>
            <p:cNvPr id="2083" name="Google Shape;2083;p66"/>
            <p:cNvCxnSpPr/>
            <p:nvPr/>
          </p:nvCxnSpPr>
          <p:spPr>
            <a:xfrm>
              <a:off x="747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84" name="Google Shape;2084;p66"/>
            <p:cNvCxnSpPr/>
            <p:nvPr/>
          </p:nvCxnSpPr>
          <p:spPr>
            <a:xfrm>
              <a:off x="899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85" name="Google Shape;2085;p66"/>
            <p:cNvCxnSpPr/>
            <p:nvPr/>
          </p:nvCxnSpPr>
          <p:spPr>
            <a:xfrm>
              <a:off x="1052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86" name="Google Shape;2086;p66"/>
            <p:cNvCxnSpPr/>
            <p:nvPr/>
          </p:nvCxnSpPr>
          <p:spPr>
            <a:xfrm>
              <a:off x="1204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87" name="Google Shape;2087;p66"/>
            <p:cNvCxnSpPr/>
            <p:nvPr/>
          </p:nvCxnSpPr>
          <p:spPr>
            <a:xfrm>
              <a:off x="1357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88" name="Google Shape;2088;p66"/>
            <p:cNvCxnSpPr/>
            <p:nvPr/>
          </p:nvCxnSpPr>
          <p:spPr>
            <a:xfrm>
              <a:off x="1509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89" name="Google Shape;2089;p66"/>
            <p:cNvCxnSpPr/>
            <p:nvPr/>
          </p:nvCxnSpPr>
          <p:spPr>
            <a:xfrm>
              <a:off x="1661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90" name="Google Shape;2090;p66"/>
            <p:cNvCxnSpPr/>
            <p:nvPr/>
          </p:nvCxnSpPr>
          <p:spPr>
            <a:xfrm>
              <a:off x="1814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91" name="Google Shape;2091;p66"/>
            <p:cNvCxnSpPr/>
            <p:nvPr/>
          </p:nvCxnSpPr>
          <p:spPr>
            <a:xfrm>
              <a:off x="1966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92" name="Google Shape;2092;p66"/>
            <p:cNvCxnSpPr/>
            <p:nvPr/>
          </p:nvCxnSpPr>
          <p:spPr>
            <a:xfrm>
              <a:off x="21190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93" name="Google Shape;2093;p66"/>
            <p:cNvCxnSpPr/>
            <p:nvPr/>
          </p:nvCxnSpPr>
          <p:spPr>
            <a:xfrm>
              <a:off x="22714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94" name="Google Shape;2094;p66"/>
            <p:cNvCxnSpPr/>
            <p:nvPr/>
          </p:nvCxnSpPr>
          <p:spPr>
            <a:xfrm>
              <a:off x="24238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95" name="Google Shape;2095;p66"/>
            <p:cNvCxnSpPr/>
            <p:nvPr/>
          </p:nvCxnSpPr>
          <p:spPr>
            <a:xfrm>
              <a:off x="25762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96" name="Google Shape;2096;p66"/>
            <p:cNvCxnSpPr/>
            <p:nvPr/>
          </p:nvCxnSpPr>
          <p:spPr>
            <a:xfrm>
              <a:off x="2728650" y="1776025"/>
              <a:ext cx="0" cy="1980300"/>
            </a:xfrm>
            <a:prstGeom prst="straightConnector1">
              <a:avLst/>
            </a:prstGeom>
            <a:noFill/>
            <a:ln cap="flat" cmpd="sng" w="9525">
              <a:solidFill>
                <a:schemeClr val="dk2"/>
              </a:solidFill>
              <a:prstDash val="solid"/>
              <a:round/>
              <a:headEnd len="med" w="med" type="none"/>
              <a:tailEnd len="med" w="med" type="none"/>
            </a:ln>
          </p:spPr>
        </p:cxnSp>
        <p:cxnSp>
          <p:nvCxnSpPr>
            <p:cNvPr id="2097" name="Google Shape;2097;p66"/>
            <p:cNvCxnSpPr/>
            <p:nvPr/>
          </p:nvCxnSpPr>
          <p:spPr>
            <a:xfrm>
              <a:off x="1738050" y="777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098" name="Google Shape;2098;p66"/>
            <p:cNvCxnSpPr/>
            <p:nvPr/>
          </p:nvCxnSpPr>
          <p:spPr>
            <a:xfrm>
              <a:off x="1738050" y="930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099" name="Google Shape;2099;p66"/>
            <p:cNvCxnSpPr/>
            <p:nvPr/>
          </p:nvCxnSpPr>
          <p:spPr>
            <a:xfrm>
              <a:off x="1738050" y="1082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0" name="Google Shape;2100;p66"/>
            <p:cNvCxnSpPr/>
            <p:nvPr/>
          </p:nvCxnSpPr>
          <p:spPr>
            <a:xfrm>
              <a:off x="1738050" y="1235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1" name="Google Shape;2101;p66"/>
            <p:cNvCxnSpPr/>
            <p:nvPr/>
          </p:nvCxnSpPr>
          <p:spPr>
            <a:xfrm>
              <a:off x="1738050" y="1387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2" name="Google Shape;2102;p66"/>
            <p:cNvCxnSpPr/>
            <p:nvPr/>
          </p:nvCxnSpPr>
          <p:spPr>
            <a:xfrm>
              <a:off x="1738050" y="1539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3" name="Google Shape;2103;p66"/>
            <p:cNvCxnSpPr/>
            <p:nvPr/>
          </p:nvCxnSpPr>
          <p:spPr>
            <a:xfrm>
              <a:off x="1738050" y="1692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4" name="Google Shape;2104;p66"/>
            <p:cNvCxnSpPr/>
            <p:nvPr/>
          </p:nvCxnSpPr>
          <p:spPr>
            <a:xfrm>
              <a:off x="1738050" y="1844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5" name="Google Shape;2105;p66"/>
            <p:cNvCxnSpPr/>
            <p:nvPr/>
          </p:nvCxnSpPr>
          <p:spPr>
            <a:xfrm>
              <a:off x="1738050" y="19971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6" name="Google Shape;2106;p66"/>
            <p:cNvCxnSpPr/>
            <p:nvPr/>
          </p:nvCxnSpPr>
          <p:spPr>
            <a:xfrm>
              <a:off x="1738050" y="21495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7" name="Google Shape;2107;p66"/>
            <p:cNvCxnSpPr/>
            <p:nvPr/>
          </p:nvCxnSpPr>
          <p:spPr>
            <a:xfrm>
              <a:off x="1738050" y="23019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8" name="Google Shape;2108;p66"/>
            <p:cNvCxnSpPr/>
            <p:nvPr/>
          </p:nvCxnSpPr>
          <p:spPr>
            <a:xfrm>
              <a:off x="1738050" y="24543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09" name="Google Shape;2109;p66"/>
            <p:cNvCxnSpPr/>
            <p:nvPr/>
          </p:nvCxnSpPr>
          <p:spPr>
            <a:xfrm>
              <a:off x="1738050" y="2606784"/>
              <a:ext cx="0" cy="1994400"/>
            </a:xfrm>
            <a:prstGeom prst="straightConnector1">
              <a:avLst/>
            </a:prstGeom>
            <a:noFill/>
            <a:ln cap="flat" cmpd="sng" w="9525">
              <a:solidFill>
                <a:schemeClr val="dk2"/>
              </a:solidFill>
              <a:prstDash val="solid"/>
              <a:round/>
              <a:headEnd len="med" w="med" type="none"/>
              <a:tailEnd len="med" w="med" type="none"/>
            </a:ln>
          </p:spPr>
        </p:cxnSp>
        <p:cxnSp>
          <p:nvCxnSpPr>
            <p:cNvPr id="2110" name="Google Shape;2110;p66"/>
            <p:cNvCxnSpPr/>
            <p:nvPr/>
          </p:nvCxnSpPr>
          <p:spPr>
            <a:xfrm>
              <a:off x="1738050" y="2759184"/>
              <a:ext cx="0" cy="1994400"/>
            </a:xfrm>
            <a:prstGeom prst="straightConnector1">
              <a:avLst/>
            </a:prstGeom>
            <a:noFill/>
            <a:ln cap="flat" cmpd="sng" w="9525">
              <a:solidFill>
                <a:schemeClr val="dk2"/>
              </a:solidFill>
              <a:prstDash val="solid"/>
              <a:round/>
              <a:headEnd len="med" w="med" type="none"/>
              <a:tailEnd len="med" w="med" type="none"/>
            </a:ln>
          </p:spPr>
        </p:cxnSp>
      </p:grpSp>
      <p:sp>
        <p:nvSpPr>
          <p:cNvPr id="2111" name="Google Shape;2111;p66"/>
          <p:cNvSpPr/>
          <p:nvPr/>
        </p:nvSpPr>
        <p:spPr>
          <a:xfrm>
            <a:off x="849504" y="878400"/>
            <a:ext cx="7464900" cy="3462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12" name="Google Shape;2112;p66"/>
          <p:cNvSpPr/>
          <p:nvPr/>
        </p:nvSpPr>
        <p:spPr>
          <a:xfrm>
            <a:off x="683800" y="802200"/>
            <a:ext cx="7547400" cy="3462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13" name="Google Shape;2113;p66"/>
          <p:cNvSpPr/>
          <p:nvPr/>
        </p:nvSpPr>
        <p:spPr>
          <a:xfrm>
            <a:off x="3005200" y="3524100"/>
            <a:ext cx="10362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Sintony"/>
              <a:ea typeface="Sintony"/>
              <a:cs typeface="Sintony"/>
              <a:sym typeface="Sintony"/>
            </a:endParaRPr>
          </a:p>
        </p:txBody>
      </p:sp>
      <p:sp>
        <p:nvSpPr>
          <p:cNvPr id="2114" name="Google Shape;2114;p66"/>
          <p:cNvSpPr/>
          <p:nvPr/>
        </p:nvSpPr>
        <p:spPr>
          <a:xfrm>
            <a:off x="4738900" y="3524100"/>
            <a:ext cx="1036200" cy="47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grpSp>
        <p:nvGrpSpPr>
          <p:cNvPr id="2115" name="Google Shape;2115;p66"/>
          <p:cNvGrpSpPr/>
          <p:nvPr/>
        </p:nvGrpSpPr>
        <p:grpSpPr>
          <a:xfrm>
            <a:off x="8683585" y="-254414"/>
            <a:ext cx="697259" cy="697259"/>
            <a:chOff x="2421225" y="305100"/>
            <a:chExt cx="1684200" cy="1684200"/>
          </a:xfrm>
        </p:grpSpPr>
        <p:sp>
          <p:nvSpPr>
            <p:cNvPr id="2116" name="Google Shape;2116;p66"/>
            <p:cNvSpPr/>
            <p:nvPr/>
          </p:nvSpPr>
          <p:spPr>
            <a:xfrm rot="-5400000">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17" name="Google Shape;2117;p66"/>
            <p:cNvSpPr/>
            <p:nvPr/>
          </p:nvSpPr>
          <p:spPr>
            <a:xfrm>
              <a:off x="3039675" y="305100"/>
              <a:ext cx="447300" cy="168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18" name="Google Shape;2118;p66"/>
            <p:cNvSpPr/>
            <p:nvPr/>
          </p:nvSpPr>
          <p:spPr>
            <a:xfrm rot="-8100000">
              <a:off x="3039778" y="304985"/>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19" name="Google Shape;2119;p66"/>
            <p:cNvSpPr/>
            <p:nvPr/>
          </p:nvSpPr>
          <p:spPr>
            <a:xfrm rot="-2700000">
              <a:off x="3039689" y="305076"/>
              <a:ext cx="447174" cy="16843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120" name="Google Shape;2120;p66"/>
          <p:cNvSpPr txBox="1"/>
          <p:nvPr>
            <p:ph type="title"/>
          </p:nvPr>
        </p:nvSpPr>
        <p:spPr>
          <a:xfrm>
            <a:off x="902500" y="1050325"/>
            <a:ext cx="7110000" cy="18837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None/>
              <a:defRPr>
                <a:solidFill>
                  <a:schemeClr val="lt1"/>
                </a:solidFill>
              </a:defRPr>
            </a:lvl1pPr>
            <a:lvl2pPr lvl="1" algn="ctr">
              <a:spcBef>
                <a:spcPts val="0"/>
              </a:spcBef>
              <a:spcAft>
                <a:spcPts val="0"/>
              </a:spcAft>
              <a:buClr>
                <a:schemeClr val="lt1"/>
              </a:buClr>
              <a:buSzPts val="2000"/>
              <a:buNone/>
              <a:defRPr>
                <a:solidFill>
                  <a:schemeClr val="lt1"/>
                </a:solidFill>
              </a:defRPr>
            </a:lvl2pPr>
            <a:lvl3pPr lvl="2" algn="ctr">
              <a:spcBef>
                <a:spcPts val="0"/>
              </a:spcBef>
              <a:spcAft>
                <a:spcPts val="0"/>
              </a:spcAft>
              <a:buClr>
                <a:schemeClr val="lt1"/>
              </a:buClr>
              <a:buSzPts val="2000"/>
              <a:buNone/>
              <a:defRPr>
                <a:solidFill>
                  <a:schemeClr val="lt1"/>
                </a:solidFill>
              </a:defRPr>
            </a:lvl3pPr>
            <a:lvl4pPr lvl="3" algn="ctr">
              <a:spcBef>
                <a:spcPts val="0"/>
              </a:spcBef>
              <a:spcAft>
                <a:spcPts val="0"/>
              </a:spcAft>
              <a:buClr>
                <a:schemeClr val="lt1"/>
              </a:buClr>
              <a:buSzPts val="2000"/>
              <a:buNone/>
              <a:defRPr>
                <a:solidFill>
                  <a:schemeClr val="lt1"/>
                </a:solidFill>
              </a:defRPr>
            </a:lvl4pPr>
            <a:lvl5pPr lvl="4" algn="ctr">
              <a:spcBef>
                <a:spcPts val="0"/>
              </a:spcBef>
              <a:spcAft>
                <a:spcPts val="0"/>
              </a:spcAft>
              <a:buClr>
                <a:schemeClr val="lt1"/>
              </a:buClr>
              <a:buSzPts val="2000"/>
              <a:buNone/>
              <a:defRPr>
                <a:solidFill>
                  <a:schemeClr val="lt1"/>
                </a:solidFill>
              </a:defRPr>
            </a:lvl5pPr>
            <a:lvl6pPr lvl="5" algn="ctr">
              <a:spcBef>
                <a:spcPts val="0"/>
              </a:spcBef>
              <a:spcAft>
                <a:spcPts val="0"/>
              </a:spcAft>
              <a:buClr>
                <a:schemeClr val="lt1"/>
              </a:buClr>
              <a:buSzPts val="2000"/>
              <a:buNone/>
              <a:defRPr>
                <a:solidFill>
                  <a:schemeClr val="lt1"/>
                </a:solidFill>
              </a:defRPr>
            </a:lvl6pPr>
            <a:lvl7pPr lvl="6" algn="ctr">
              <a:spcBef>
                <a:spcPts val="0"/>
              </a:spcBef>
              <a:spcAft>
                <a:spcPts val="0"/>
              </a:spcAft>
              <a:buClr>
                <a:schemeClr val="lt1"/>
              </a:buClr>
              <a:buSzPts val="2000"/>
              <a:buNone/>
              <a:defRPr>
                <a:solidFill>
                  <a:schemeClr val="lt1"/>
                </a:solidFill>
              </a:defRPr>
            </a:lvl7pPr>
            <a:lvl8pPr lvl="7" algn="ctr">
              <a:spcBef>
                <a:spcPts val="0"/>
              </a:spcBef>
              <a:spcAft>
                <a:spcPts val="0"/>
              </a:spcAft>
              <a:buClr>
                <a:schemeClr val="lt1"/>
              </a:buClr>
              <a:buSzPts val="2000"/>
              <a:buNone/>
              <a:defRPr>
                <a:solidFill>
                  <a:schemeClr val="lt1"/>
                </a:solidFill>
              </a:defRPr>
            </a:lvl8pPr>
            <a:lvl9pPr lvl="8" algn="ctr">
              <a:spcBef>
                <a:spcPts val="0"/>
              </a:spcBef>
              <a:spcAft>
                <a:spcPts val="0"/>
              </a:spcAft>
              <a:buClr>
                <a:schemeClr val="lt1"/>
              </a:buClr>
              <a:buSzPts val="2000"/>
              <a:buNone/>
              <a:defRPr>
                <a:solidFill>
                  <a:schemeClr val="lt1"/>
                </a:solidFill>
              </a:defRPr>
            </a:lvl9pPr>
          </a:lstStyle>
          <a:p/>
        </p:txBody>
      </p:sp>
      <p:grpSp>
        <p:nvGrpSpPr>
          <p:cNvPr id="2121" name="Google Shape;2121;p66"/>
          <p:cNvGrpSpPr/>
          <p:nvPr/>
        </p:nvGrpSpPr>
        <p:grpSpPr>
          <a:xfrm rot="-2700000">
            <a:off x="3131597" y="3695086"/>
            <a:ext cx="162779" cy="93356"/>
            <a:chOff x="3876675" y="1766250"/>
            <a:chExt cx="348900" cy="200100"/>
          </a:xfrm>
        </p:grpSpPr>
        <p:sp>
          <p:nvSpPr>
            <p:cNvPr id="2122" name="Google Shape;2122;p66"/>
            <p:cNvSpPr/>
            <p:nvPr/>
          </p:nvSpPr>
          <p:spPr>
            <a:xfrm>
              <a:off x="3876700" y="1766250"/>
              <a:ext cx="72000" cy="200100"/>
            </a:xfrm>
            <a:prstGeom prst="rect">
              <a:avLst/>
            </a:prstGeom>
            <a:solidFill>
              <a:srgbClr val="3DA9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2123" name="Google Shape;2123;p66"/>
            <p:cNvSpPr/>
            <p:nvPr/>
          </p:nvSpPr>
          <p:spPr>
            <a:xfrm rot="5400000">
              <a:off x="4015125" y="1755900"/>
              <a:ext cx="72000" cy="348900"/>
            </a:xfrm>
            <a:prstGeom prst="rect">
              <a:avLst/>
            </a:prstGeom>
            <a:solidFill>
              <a:srgbClr val="3DA9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grpSp>
        <p:nvGrpSpPr>
          <p:cNvPr id="2124" name="Google Shape;2124;p66"/>
          <p:cNvGrpSpPr/>
          <p:nvPr/>
        </p:nvGrpSpPr>
        <p:grpSpPr>
          <a:xfrm>
            <a:off x="4853239" y="3683124"/>
            <a:ext cx="158353" cy="158353"/>
            <a:chOff x="3902424" y="2300989"/>
            <a:chExt cx="297600" cy="297600"/>
          </a:xfrm>
        </p:grpSpPr>
        <p:sp>
          <p:nvSpPr>
            <p:cNvPr id="2125" name="Google Shape;2125;p66"/>
            <p:cNvSpPr/>
            <p:nvPr/>
          </p:nvSpPr>
          <p:spPr>
            <a:xfrm rot="2700000">
              <a:off x="4015161" y="2275417"/>
              <a:ext cx="72125" cy="348745"/>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2126" name="Google Shape;2126;p66"/>
            <p:cNvSpPr/>
            <p:nvPr/>
          </p:nvSpPr>
          <p:spPr>
            <a:xfrm rot="-2700000">
              <a:off x="4015161" y="2275417"/>
              <a:ext cx="72125" cy="348745"/>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sp>
        <p:nvSpPr>
          <p:cNvPr id="2127" name="Google Shape;2127;p66"/>
          <p:cNvSpPr txBox="1"/>
          <p:nvPr>
            <p:ph idx="1" type="body"/>
          </p:nvPr>
        </p:nvSpPr>
        <p:spPr>
          <a:xfrm>
            <a:off x="3393862" y="3623550"/>
            <a:ext cx="647400" cy="2775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b="1"/>
            </a:lvl1pPr>
            <a:lvl2pPr indent="-298450" lvl="1" marL="914400">
              <a:spcBef>
                <a:spcPts val="0"/>
              </a:spcBef>
              <a:spcAft>
                <a:spcPts val="0"/>
              </a:spcAft>
              <a:buSzPts val="1100"/>
              <a:buChar char="○"/>
              <a:defRPr b="1"/>
            </a:lvl2pPr>
            <a:lvl3pPr indent="-298450" lvl="2" marL="1371600">
              <a:spcBef>
                <a:spcPts val="0"/>
              </a:spcBef>
              <a:spcAft>
                <a:spcPts val="0"/>
              </a:spcAft>
              <a:buSzPts val="1100"/>
              <a:buChar char="■"/>
              <a:defRPr b="1"/>
            </a:lvl3pPr>
            <a:lvl4pPr indent="-298450" lvl="3" marL="1828800">
              <a:spcBef>
                <a:spcPts val="0"/>
              </a:spcBef>
              <a:spcAft>
                <a:spcPts val="0"/>
              </a:spcAft>
              <a:buSzPts val="1100"/>
              <a:buChar char="●"/>
              <a:defRPr b="1"/>
            </a:lvl4pPr>
            <a:lvl5pPr indent="-298450" lvl="4" marL="2286000">
              <a:spcBef>
                <a:spcPts val="0"/>
              </a:spcBef>
              <a:spcAft>
                <a:spcPts val="0"/>
              </a:spcAft>
              <a:buSzPts val="1100"/>
              <a:buChar char="○"/>
              <a:defRPr b="1"/>
            </a:lvl5pPr>
            <a:lvl6pPr indent="-298450" lvl="5" marL="2743200">
              <a:spcBef>
                <a:spcPts val="0"/>
              </a:spcBef>
              <a:spcAft>
                <a:spcPts val="0"/>
              </a:spcAft>
              <a:buSzPts val="1100"/>
              <a:buChar char="■"/>
              <a:defRPr b="1"/>
            </a:lvl6pPr>
            <a:lvl7pPr indent="-298450" lvl="6" marL="3200400">
              <a:spcBef>
                <a:spcPts val="0"/>
              </a:spcBef>
              <a:spcAft>
                <a:spcPts val="0"/>
              </a:spcAft>
              <a:buSzPts val="1100"/>
              <a:buChar char="●"/>
              <a:defRPr b="1"/>
            </a:lvl7pPr>
            <a:lvl8pPr indent="-298450" lvl="7" marL="3657600">
              <a:spcBef>
                <a:spcPts val="0"/>
              </a:spcBef>
              <a:spcAft>
                <a:spcPts val="0"/>
              </a:spcAft>
              <a:buSzPts val="1100"/>
              <a:buChar char="○"/>
              <a:defRPr b="1"/>
            </a:lvl8pPr>
            <a:lvl9pPr indent="-298450" lvl="8" marL="4114800">
              <a:spcBef>
                <a:spcPts val="0"/>
              </a:spcBef>
              <a:spcAft>
                <a:spcPts val="0"/>
              </a:spcAft>
              <a:buSzPts val="1100"/>
              <a:buChar char="■"/>
              <a:defRPr b="1"/>
            </a:lvl9pPr>
          </a:lstStyle>
          <a:p/>
        </p:txBody>
      </p:sp>
      <p:sp>
        <p:nvSpPr>
          <p:cNvPr id="2128" name="Google Shape;2128;p66"/>
          <p:cNvSpPr txBox="1"/>
          <p:nvPr>
            <p:ph idx="2" type="body"/>
          </p:nvPr>
        </p:nvSpPr>
        <p:spPr>
          <a:xfrm>
            <a:off x="5090712" y="3623550"/>
            <a:ext cx="647400" cy="277500"/>
          </a:xfrm>
          <a:prstGeom prst="rect">
            <a:avLst/>
          </a:prstGeom>
        </p:spPr>
        <p:txBody>
          <a:bodyPr anchorCtr="0" anchor="ctr" bIns="0" lIns="0" spcFirstLastPara="1" rIns="0" wrap="square" tIns="0">
            <a:noAutofit/>
          </a:bodyPr>
          <a:lstStyle>
            <a:lvl1pPr indent="-298450" lvl="0" marL="457200">
              <a:spcBef>
                <a:spcPts val="0"/>
              </a:spcBef>
              <a:spcAft>
                <a:spcPts val="0"/>
              </a:spcAft>
              <a:buSzPts val="1100"/>
              <a:buChar char="●"/>
              <a:defRPr b="1"/>
            </a:lvl1pPr>
            <a:lvl2pPr indent="-298450" lvl="1" marL="914400">
              <a:spcBef>
                <a:spcPts val="0"/>
              </a:spcBef>
              <a:spcAft>
                <a:spcPts val="0"/>
              </a:spcAft>
              <a:buSzPts val="1100"/>
              <a:buChar char="○"/>
              <a:defRPr b="1"/>
            </a:lvl2pPr>
            <a:lvl3pPr indent="-298450" lvl="2" marL="1371600">
              <a:spcBef>
                <a:spcPts val="0"/>
              </a:spcBef>
              <a:spcAft>
                <a:spcPts val="0"/>
              </a:spcAft>
              <a:buSzPts val="1100"/>
              <a:buChar char="■"/>
              <a:defRPr b="1"/>
            </a:lvl3pPr>
            <a:lvl4pPr indent="-298450" lvl="3" marL="1828800">
              <a:spcBef>
                <a:spcPts val="0"/>
              </a:spcBef>
              <a:spcAft>
                <a:spcPts val="0"/>
              </a:spcAft>
              <a:buSzPts val="1100"/>
              <a:buChar char="●"/>
              <a:defRPr b="1"/>
            </a:lvl4pPr>
            <a:lvl5pPr indent="-298450" lvl="4" marL="2286000">
              <a:spcBef>
                <a:spcPts val="0"/>
              </a:spcBef>
              <a:spcAft>
                <a:spcPts val="0"/>
              </a:spcAft>
              <a:buSzPts val="1100"/>
              <a:buChar char="○"/>
              <a:defRPr b="1"/>
            </a:lvl5pPr>
            <a:lvl6pPr indent="-298450" lvl="5" marL="2743200">
              <a:spcBef>
                <a:spcPts val="0"/>
              </a:spcBef>
              <a:spcAft>
                <a:spcPts val="0"/>
              </a:spcAft>
              <a:buSzPts val="1100"/>
              <a:buChar char="■"/>
              <a:defRPr b="1"/>
            </a:lvl6pPr>
            <a:lvl7pPr indent="-298450" lvl="6" marL="3200400">
              <a:spcBef>
                <a:spcPts val="0"/>
              </a:spcBef>
              <a:spcAft>
                <a:spcPts val="0"/>
              </a:spcAft>
              <a:buSzPts val="1100"/>
              <a:buChar char="●"/>
              <a:defRPr b="1"/>
            </a:lvl7pPr>
            <a:lvl8pPr indent="-298450" lvl="7" marL="3657600">
              <a:spcBef>
                <a:spcPts val="0"/>
              </a:spcBef>
              <a:spcAft>
                <a:spcPts val="0"/>
              </a:spcAft>
              <a:buSzPts val="1100"/>
              <a:buChar char="○"/>
              <a:defRPr b="1"/>
            </a:lvl8pPr>
            <a:lvl9pPr indent="-298450" lvl="8" marL="4114800">
              <a:spcBef>
                <a:spcPts val="0"/>
              </a:spcBef>
              <a:spcAft>
                <a:spcPts val="0"/>
              </a:spcAft>
              <a:buSzPts val="1100"/>
              <a:buChar char="■"/>
              <a:defRPr b="1"/>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rue False v2">
  <p:cSld name="CUSTOM_39">
    <p:spTree>
      <p:nvGrpSpPr>
        <p:cNvPr id="2129" name="Shape 2129"/>
        <p:cNvGrpSpPr/>
        <p:nvPr/>
      </p:nvGrpSpPr>
      <p:grpSpPr>
        <a:xfrm>
          <a:off x="0" y="0"/>
          <a:ext cx="0" cy="0"/>
          <a:chOff x="0" y="0"/>
          <a:chExt cx="0" cy="0"/>
        </a:xfrm>
      </p:grpSpPr>
      <p:sp>
        <p:nvSpPr>
          <p:cNvPr id="2130" name="Google Shape;2130;p67"/>
          <p:cNvSpPr/>
          <p:nvPr/>
        </p:nvSpPr>
        <p:spPr>
          <a:xfrm>
            <a:off x="5915875" y="2882425"/>
            <a:ext cx="1542900" cy="6222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FALSE</a:t>
            </a:r>
            <a:endParaRPr b="1">
              <a:latin typeface="Sintony"/>
              <a:ea typeface="Sintony"/>
              <a:cs typeface="Sintony"/>
              <a:sym typeface="Sintony"/>
            </a:endParaRPr>
          </a:p>
        </p:txBody>
      </p:sp>
      <p:sp>
        <p:nvSpPr>
          <p:cNvPr id="2131" name="Google Shape;2131;p67"/>
          <p:cNvSpPr/>
          <p:nvPr/>
        </p:nvSpPr>
        <p:spPr>
          <a:xfrm>
            <a:off x="5915875" y="1599800"/>
            <a:ext cx="1542900" cy="622200"/>
          </a:xfrm>
          <a:prstGeom prst="rect">
            <a:avLst/>
          </a:prstGeom>
          <a:solidFill>
            <a:srgbClr val="3DA9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FALSE</a:t>
            </a:r>
            <a:endParaRPr b="1">
              <a:latin typeface="Sintony"/>
              <a:ea typeface="Sintony"/>
              <a:cs typeface="Sintony"/>
              <a:sym typeface="Sintony"/>
            </a:endParaRPr>
          </a:p>
        </p:txBody>
      </p:sp>
      <p:sp>
        <p:nvSpPr>
          <p:cNvPr id="2132" name="Google Shape;2132;p67"/>
          <p:cNvSpPr/>
          <p:nvPr/>
        </p:nvSpPr>
        <p:spPr>
          <a:xfrm>
            <a:off x="760000" y="616313"/>
            <a:ext cx="3432900" cy="398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33" name="Google Shape;2133;p67"/>
          <p:cNvSpPr/>
          <p:nvPr/>
        </p:nvSpPr>
        <p:spPr>
          <a:xfrm>
            <a:off x="683800" y="544088"/>
            <a:ext cx="3432900" cy="39831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34" name="Google Shape;2134;p67"/>
          <p:cNvSpPr txBox="1"/>
          <p:nvPr>
            <p:ph type="title"/>
          </p:nvPr>
        </p:nvSpPr>
        <p:spPr>
          <a:xfrm>
            <a:off x="892900" y="1005913"/>
            <a:ext cx="3014700" cy="2944200"/>
          </a:xfrm>
          <a:prstGeom prst="rect">
            <a:avLst/>
          </a:prstGeom>
        </p:spPr>
        <p:txBody>
          <a:bodyPr anchorCtr="0" anchor="ctr" bIns="0" lIns="0" spcFirstLastPara="1" rIns="0" wrap="square" tIns="0">
            <a:noAutofit/>
          </a:bodyPr>
          <a:lstStyle>
            <a:lvl1pPr lvl="0" algn="ctr">
              <a:spcBef>
                <a:spcPts val="0"/>
              </a:spcBef>
              <a:spcAft>
                <a:spcPts val="0"/>
              </a:spcAft>
              <a:buSzPts val="2000"/>
              <a:buNone/>
              <a:defRPr/>
            </a:lvl1pPr>
            <a:lvl2pPr lvl="1" algn="ctr">
              <a:spcBef>
                <a:spcPts val="0"/>
              </a:spcBef>
              <a:spcAft>
                <a:spcPts val="0"/>
              </a:spcAft>
              <a:buClr>
                <a:schemeClr val="lt1"/>
              </a:buClr>
              <a:buSzPts val="2000"/>
              <a:buNone/>
              <a:defRPr>
                <a:solidFill>
                  <a:schemeClr val="lt1"/>
                </a:solidFill>
              </a:defRPr>
            </a:lvl2pPr>
            <a:lvl3pPr lvl="2" algn="ctr">
              <a:spcBef>
                <a:spcPts val="0"/>
              </a:spcBef>
              <a:spcAft>
                <a:spcPts val="0"/>
              </a:spcAft>
              <a:buClr>
                <a:schemeClr val="lt1"/>
              </a:buClr>
              <a:buSzPts val="2000"/>
              <a:buNone/>
              <a:defRPr>
                <a:solidFill>
                  <a:schemeClr val="lt1"/>
                </a:solidFill>
              </a:defRPr>
            </a:lvl3pPr>
            <a:lvl4pPr lvl="3" algn="ctr">
              <a:spcBef>
                <a:spcPts val="0"/>
              </a:spcBef>
              <a:spcAft>
                <a:spcPts val="0"/>
              </a:spcAft>
              <a:buClr>
                <a:schemeClr val="lt1"/>
              </a:buClr>
              <a:buSzPts val="2000"/>
              <a:buNone/>
              <a:defRPr>
                <a:solidFill>
                  <a:schemeClr val="lt1"/>
                </a:solidFill>
              </a:defRPr>
            </a:lvl4pPr>
            <a:lvl5pPr lvl="4" algn="ctr">
              <a:spcBef>
                <a:spcPts val="0"/>
              </a:spcBef>
              <a:spcAft>
                <a:spcPts val="0"/>
              </a:spcAft>
              <a:buClr>
                <a:schemeClr val="lt1"/>
              </a:buClr>
              <a:buSzPts val="2000"/>
              <a:buNone/>
              <a:defRPr>
                <a:solidFill>
                  <a:schemeClr val="lt1"/>
                </a:solidFill>
              </a:defRPr>
            </a:lvl5pPr>
            <a:lvl6pPr lvl="5" algn="ctr">
              <a:spcBef>
                <a:spcPts val="0"/>
              </a:spcBef>
              <a:spcAft>
                <a:spcPts val="0"/>
              </a:spcAft>
              <a:buClr>
                <a:schemeClr val="lt1"/>
              </a:buClr>
              <a:buSzPts val="2000"/>
              <a:buNone/>
              <a:defRPr>
                <a:solidFill>
                  <a:schemeClr val="lt1"/>
                </a:solidFill>
              </a:defRPr>
            </a:lvl6pPr>
            <a:lvl7pPr lvl="6" algn="ctr">
              <a:spcBef>
                <a:spcPts val="0"/>
              </a:spcBef>
              <a:spcAft>
                <a:spcPts val="0"/>
              </a:spcAft>
              <a:buClr>
                <a:schemeClr val="lt1"/>
              </a:buClr>
              <a:buSzPts val="2000"/>
              <a:buNone/>
              <a:defRPr>
                <a:solidFill>
                  <a:schemeClr val="lt1"/>
                </a:solidFill>
              </a:defRPr>
            </a:lvl7pPr>
            <a:lvl8pPr lvl="7" algn="ctr">
              <a:spcBef>
                <a:spcPts val="0"/>
              </a:spcBef>
              <a:spcAft>
                <a:spcPts val="0"/>
              </a:spcAft>
              <a:buClr>
                <a:schemeClr val="lt1"/>
              </a:buClr>
              <a:buSzPts val="2000"/>
              <a:buNone/>
              <a:defRPr>
                <a:solidFill>
                  <a:schemeClr val="lt1"/>
                </a:solidFill>
              </a:defRPr>
            </a:lvl8pPr>
            <a:lvl9pPr lvl="8" algn="ctr">
              <a:spcBef>
                <a:spcPts val="0"/>
              </a:spcBef>
              <a:spcAft>
                <a:spcPts val="0"/>
              </a:spcAft>
              <a:buClr>
                <a:schemeClr val="lt1"/>
              </a:buClr>
              <a:buSzPts val="2000"/>
              <a:buNone/>
              <a:defRPr>
                <a:solidFill>
                  <a:schemeClr val="lt1"/>
                </a:solidFill>
              </a:defRPr>
            </a:lvl9pPr>
          </a:lstStyle>
          <a:p/>
        </p:txBody>
      </p:sp>
      <p:sp>
        <p:nvSpPr>
          <p:cNvPr id="2135" name="Google Shape;2135;p67"/>
          <p:cNvSpPr/>
          <p:nvPr/>
        </p:nvSpPr>
        <p:spPr>
          <a:xfrm>
            <a:off x="5876276" y="1553925"/>
            <a:ext cx="1529400" cy="62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Sintony"/>
              <a:ea typeface="Sintony"/>
              <a:cs typeface="Sintony"/>
              <a:sym typeface="Sintony"/>
            </a:endParaRPr>
          </a:p>
        </p:txBody>
      </p:sp>
      <p:sp>
        <p:nvSpPr>
          <p:cNvPr id="2136" name="Google Shape;2136;p67"/>
          <p:cNvSpPr/>
          <p:nvPr/>
        </p:nvSpPr>
        <p:spPr>
          <a:xfrm>
            <a:off x="5876276" y="2846265"/>
            <a:ext cx="1529400" cy="62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137" name="Google Shape;2137;p67"/>
          <p:cNvSpPr/>
          <p:nvPr/>
        </p:nvSpPr>
        <p:spPr>
          <a:xfrm>
            <a:off x="4994875" y="1553925"/>
            <a:ext cx="687000" cy="622200"/>
          </a:xfrm>
          <a:prstGeom prst="rect">
            <a:avLst/>
          </a:prstGeom>
          <a:solidFill>
            <a:srgbClr val="3DA95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138" name="Google Shape;2138;p67"/>
          <p:cNvSpPr/>
          <p:nvPr/>
        </p:nvSpPr>
        <p:spPr>
          <a:xfrm>
            <a:off x="4994875" y="2846274"/>
            <a:ext cx="687000" cy="6222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grpSp>
        <p:nvGrpSpPr>
          <p:cNvPr id="2139" name="Google Shape;2139;p67"/>
          <p:cNvGrpSpPr/>
          <p:nvPr/>
        </p:nvGrpSpPr>
        <p:grpSpPr>
          <a:xfrm rot="-2700227">
            <a:off x="5151902" y="1722461"/>
            <a:ext cx="372951" cy="213894"/>
            <a:chOff x="3876675" y="1766250"/>
            <a:chExt cx="348900" cy="200100"/>
          </a:xfrm>
        </p:grpSpPr>
        <p:sp>
          <p:nvSpPr>
            <p:cNvPr id="2140" name="Google Shape;2140;p67"/>
            <p:cNvSpPr/>
            <p:nvPr/>
          </p:nvSpPr>
          <p:spPr>
            <a:xfrm>
              <a:off x="3876700" y="1766250"/>
              <a:ext cx="72000" cy="20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2141" name="Google Shape;2141;p67"/>
            <p:cNvSpPr/>
            <p:nvPr/>
          </p:nvSpPr>
          <p:spPr>
            <a:xfrm rot="5400000">
              <a:off x="4015125" y="1755900"/>
              <a:ext cx="72000" cy="34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grpSp>
        <p:nvGrpSpPr>
          <p:cNvPr id="2142" name="Google Shape;2142;p67"/>
          <p:cNvGrpSpPr/>
          <p:nvPr/>
        </p:nvGrpSpPr>
        <p:grpSpPr>
          <a:xfrm>
            <a:off x="5181826" y="3000824"/>
            <a:ext cx="313105" cy="313105"/>
            <a:chOff x="3902424" y="2300989"/>
            <a:chExt cx="297600" cy="297600"/>
          </a:xfrm>
        </p:grpSpPr>
        <p:sp>
          <p:nvSpPr>
            <p:cNvPr id="2143" name="Google Shape;2143;p67"/>
            <p:cNvSpPr/>
            <p:nvPr/>
          </p:nvSpPr>
          <p:spPr>
            <a:xfrm rot="2700000">
              <a:off x="4015161" y="2275417"/>
              <a:ext cx="72125" cy="348745"/>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2144" name="Google Shape;2144;p67"/>
            <p:cNvSpPr/>
            <p:nvPr/>
          </p:nvSpPr>
          <p:spPr>
            <a:xfrm rot="-2700000">
              <a:off x="4015161" y="2275417"/>
              <a:ext cx="72125" cy="348745"/>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grpSp>
        <p:nvGrpSpPr>
          <p:cNvPr id="2145" name="Google Shape;2145;p67"/>
          <p:cNvGrpSpPr/>
          <p:nvPr/>
        </p:nvGrpSpPr>
        <p:grpSpPr>
          <a:xfrm>
            <a:off x="-349421" y="4449362"/>
            <a:ext cx="856753" cy="856753"/>
            <a:chOff x="2421225" y="305100"/>
            <a:chExt cx="1684200" cy="1684200"/>
          </a:xfrm>
        </p:grpSpPr>
        <p:sp>
          <p:nvSpPr>
            <p:cNvPr id="2146" name="Google Shape;2146;p67"/>
            <p:cNvSpPr/>
            <p:nvPr/>
          </p:nvSpPr>
          <p:spPr>
            <a:xfrm rot="-5400000">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47" name="Google Shape;2147;p67"/>
            <p:cNvSpPr/>
            <p:nvPr/>
          </p:nvSpPr>
          <p:spPr>
            <a:xfrm>
              <a:off x="3039675" y="305100"/>
              <a:ext cx="447300" cy="168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48" name="Google Shape;2148;p67"/>
            <p:cNvSpPr/>
            <p:nvPr/>
          </p:nvSpPr>
          <p:spPr>
            <a:xfrm rot="-8100000">
              <a:off x="3039778" y="304985"/>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49" name="Google Shape;2149;p67"/>
            <p:cNvSpPr/>
            <p:nvPr/>
          </p:nvSpPr>
          <p:spPr>
            <a:xfrm rot="-2700000">
              <a:off x="3039689" y="305076"/>
              <a:ext cx="447174" cy="16843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150" name="Google Shape;2150;p67"/>
          <p:cNvSpPr/>
          <p:nvPr/>
        </p:nvSpPr>
        <p:spPr>
          <a:xfrm>
            <a:off x="7941900" y="0"/>
            <a:ext cx="1200600" cy="51435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nvGrpSpPr>
          <p:cNvPr id="2151" name="Google Shape;2151;p67"/>
          <p:cNvGrpSpPr/>
          <p:nvPr/>
        </p:nvGrpSpPr>
        <p:grpSpPr>
          <a:xfrm>
            <a:off x="8664825" y="4507225"/>
            <a:ext cx="849600" cy="697200"/>
            <a:chOff x="489200" y="476250"/>
            <a:chExt cx="849600" cy="697200"/>
          </a:xfrm>
        </p:grpSpPr>
        <p:sp>
          <p:nvSpPr>
            <p:cNvPr id="2152" name="Google Shape;2152;p67"/>
            <p:cNvSpPr/>
            <p:nvPr/>
          </p:nvSpPr>
          <p:spPr>
            <a:xfrm>
              <a:off x="489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53" name="Google Shape;2153;p67"/>
            <p:cNvSpPr/>
            <p:nvPr/>
          </p:nvSpPr>
          <p:spPr>
            <a:xfrm>
              <a:off x="6416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54" name="Google Shape;2154;p67"/>
            <p:cNvSpPr/>
            <p:nvPr/>
          </p:nvSpPr>
          <p:spPr>
            <a:xfrm>
              <a:off x="7940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55" name="Google Shape;2155;p67"/>
            <p:cNvSpPr/>
            <p:nvPr/>
          </p:nvSpPr>
          <p:spPr>
            <a:xfrm>
              <a:off x="9464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56" name="Google Shape;2156;p67"/>
            <p:cNvSpPr/>
            <p:nvPr/>
          </p:nvSpPr>
          <p:spPr>
            <a:xfrm>
              <a:off x="10988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57" name="Google Shape;2157;p67"/>
            <p:cNvSpPr/>
            <p:nvPr/>
          </p:nvSpPr>
          <p:spPr>
            <a:xfrm>
              <a:off x="1251200" y="4762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58" name="Google Shape;2158;p67"/>
            <p:cNvSpPr/>
            <p:nvPr/>
          </p:nvSpPr>
          <p:spPr>
            <a:xfrm>
              <a:off x="489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59" name="Google Shape;2159;p67"/>
            <p:cNvSpPr/>
            <p:nvPr/>
          </p:nvSpPr>
          <p:spPr>
            <a:xfrm>
              <a:off x="6416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0" name="Google Shape;2160;p67"/>
            <p:cNvSpPr/>
            <p:nvPr/>
          </p:nvSpPr>
          <p:spPr>
            <a:xfrm>
              <a:off x="7940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1" name="Google Shape;2161;p67"/>
            <p:cNvSpPr/>
            <p:nvPr/>
          </p:nvSpPr>
          <p:spPr>
            <a:xfrm>
              <a:off x="9464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2" name="Google Shape;2162;p67"/>
            <p:cNvSpPr/>
            <p:nvPr/>
          </p:nvSpPr>
          <p:spPr>
            <a:xfrm>
              <a:off x="10988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3" name="Google Shape;2163;p67"/>
            <p:cNvSpPr/>
            <p:nvPr/>
          </p:nvSpPr>
          <p:spPr>
            <a:xfrm>
              <a:off x="1251200" y="6286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4" name="Google Shape;2164;p67"/>
            <p:cNvSpPr/>
            <p:nvPr/>
          </p:nvSpPr>
          <p:spPr>
            <a:xfrm>
              <a:off x="489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5" name="Google Shape;2165;p67"/>
            <p:cNvSpPr/>
            <p:nvPr/>
          </p:nvSpPr>
          <p:spPr>
            <a:xfrm>
              <a:off x="6416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6" name="Google Shape;2166;p67"/>
            <p:cNvSpPr/>
            <p:nvPr/>
          </p:nvSpPr>
          <p:spPr>
            <a:xfrm>
              <a:off x="7940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7" name="Google Shape;2167;p67"/>
            <p:cNvSpPr/>
            <p:nvPr/>
          </p:nvSpPr>
          <p:spPr>
            <a:xfrm>
              <a:off x="9464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8" name="Google Shape;2168;p67"/>
            <p:cNvSpPr/>
            <p:nvPr/>
          </p:nvSpPr>
          <p:spPr>
            <a:xfrm>
              <a:off x="10988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69" name="Google Shape;2169;p67"/>
            <p:cNvSpPr/>
            <p:nvPr/>
          </p:nvSpPr>
          <p:spPr>
            <a:xfrm>
              <a:off x="1251200" y="7810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0" name="Google Shape;2170;p67"/>
            <p:cNvSpPr/>
            <p:nvPr/>
          </p:nvSpPr>
          <p:spPr>
            <a:xfrm>
              <a:off x="489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1" name="Google Shape;2171;p67"/>
            <p:cNvSpPr/>
            <p:nvPr/>
          </p:nvSpPr>
          <p:spPr>
            <a:xfrm>
              <a:off x="6416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2" name="Google Shape;2172;p67"/>
            <p:cNvSpPr/>
            <p:nvPr/>
          </p:nvSpPr>
          <p:spPr>
            <a:xfrm>
              <a:off x="7940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3" name="Google Shape;2173;p67"/>
            <p:cNvSpPr/>
            <p:nvPr/>
          </p:nvSpPr>
          <p:spPr>
            <a:xfrm>
              <a:off x="9464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4" name="Google Shape;2174;p67"/>
            <p:cNvSpPr/>
            <p:nvPr/>
          </p:nvSpPr>
          <p:spPr>
            <a:xfrm>
              <a:off x="10988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5" name="Google Shape;2175;p67"/>
            <p:cNvSpPr/>
            <p:nvPr/>
          </p:nvSpPr>
          <p:spPr>
            <a:xfrm>
              <a:off x="1251200" y="9334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6" name="Google Shape;2176;p67"/>
            <p:cNvSpPr/>
            <p:nvPr/>
          </p:nvSpPr>
          <p:spPr>
            <a:xfrm>
              <a:off x="489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7" name="Google Shape;2177;p67"/>
            <p:cNvSpPr/>
            <p:nvPr/>
          </p:nvSpPr>
          <p:spPr>
            <a:xfrm>
              <a:off x="6416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8" name="Google Shape;2178;p67"/>
            <p:cNvSpPr/>
            <p:nvPr/>
          </p:nvSpPr>
          <p:spPr>
            <a:xfrm>
              <a:off x="7940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79" name="Google Shape;2179;p67"/>
            <p:cNvSpPr/>
            <p:nvPr/>
          </p:nvSpPr>
          <p:spPr>
            <a:xfrm>
              <a:off x="9464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0" name="Google Shape;2180;p67"/>
            <p:cNvSpPr/>
            <p:nvPr/>
          </p:nvSpPr>
          <p:spPr>
            <a:xfrm>
              <a:off x="10988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1" name="Google Shape;2181;p67"/>
            <p:cNvSpPr/>
            <p:nvPr/>
          </p:nvSpPr>
          <p:spPr>
            <a:xfrm>
              <a:off x="1251200" y="1085850"/>
              <a:ext cx="87600" cy="876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grpSp>
        <p:nvGrpSpPr>
          <p:cNvPr id="2182" name="Google Shape;2182;p67"/>
          <p:cNvGrpSpPr/>
          <p:nvPr/>
        </p:nvGrpSpPr>
        <p:grpSpPr>
          <a:xfrm>
            <a:off x="8092287" y="-805820"/>
            <a:ext cx="1422149" cy="1422149"/>
            <a:chOff x="2645475" y="456275"/>
            <a:chExt cx="697200" cy="697200"/>
          </a:xfrm>
        </p:grpSpPr>
        <p:sp>
          <p:nvSpPr>
            <p:cNvPr id="2183" name="Google Shape;2183;p67"/>
            <p:cNvSpPr/>
            <p:nvPr/>
          </p:nvSpPr>
          <p:spPr>
            <a:xfrm>
              <a:off x="2977275" y="456275"/>
              <a:ext cx="33600" cy="69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4" name="Google Shape;2184;p67"/>
            <p:cNvSpPr/>
            <p:nvPr/>
          </p:nvSpPr>
          <p:spPr>
            <a:xfrm rot="-5400000">
              <a:off x="2977275" y="456275"/>
              <a:ext cx="33600" cy="69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5" name="Google Shape;2185;p67"/>
            <p:cNvSpPr/>
            <p:nvPr/>
          </p:nvSpPr>
          <p:spPr>
            <a:xfrm rot="-2700000">
              <a:off x="2977290" y="456299"/>
              <a:ext cx="33517" cy="697066"/>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6" name="Google Shape;2186;p67"/>
            <p:cNvSpPr/>
            <p:nvPr/>
          </p:nvSpPr>
          <p:spPr>
            <a:xfrm rot="-8100000">
              <a:off x="2977349" y="456394"/>
              <a:ext cx="33517" cy="697066"/>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7" name="Google Shape;2187;p67"/>
            <p:cNvSpPr/>
            <p:nvPr/>
          </p:nvSpPr>
          <p:spPr>
            <a:xfrm rot="-1387885">
              <a:off x="2977170" y="456436"/>
              <a:ext cx="33601" cy="697122"/>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8" name="Google Shape;2188;p67"/>
            <p:cNvSpPr/>
            <p:nvPr/>
          </p:nvSpPr>
          <p:spPr>
            <a:xfrm rot="-6787885">
              <a:off x="2977359" y="456451"/>
              <a:ext cx="33601" cy="697122"/>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89" name="Google Shape;2189;p67"/>
            <p:cNvSpPr/>
            <p:nvPr/>
          </p:nvSpPr>
          <p:spPr>
            <a:xfrm rot="-4109047">
              <a:off x="2977190" y="456337"/>
              <a:ext cx="33537" cy="69691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90" name="Google Shape;2190;p67"/>
            <p:cNvSpPr/>
            <p:nvPr/>
          </p:nvSpPr>
          <p:spPr>
            <a:xfrm rot="-9509047">
              <a:off x="2977270" y="456558"/>
              <a:ext cx="33537" cy="69691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191" name="Google Shape;2191;p67"/>
          <p:cNvSpPr txBox="1"/>
          <p:nvPr>
            <p:ph idx="1" type="body"/>
          </p:nvPr>
        </p:nvSpPr>
        <p:spPr>
          <a:xfrm>
            <a:off x="6061525" y="1688475"/>
            <a:ext cx="1158900" cy="353100"/>
          </a:xfrm>
          <a:prstGeom prst="rect">
            <a:avLst/>
          </a:prstGeom>
        </p:spPr>
        <p:txBody>
          <a:bodyPr anchorCtr="0" anchor="ctr" bIns="0" lIns="0" spcFirstLastPara="1" rIns="0" wrap="square" tIns="0">
            <a:noAutofit/>
          </a:bodyPr>
          <a:lstStyle>
            <a:lvl1pPr indent="-317500" lvl="0" marL="457200" algn="ctr">
              <a:spcBef>
                <a:spcPts val="0"/>
              </a:spcBef>
              <a:spcAft>
                <a:spcPts val="0"/>
              </a:spcAft>
              <a:buSzPts val="1400"/>
              <a:buChar char="●"/>
              <a:defRPr b="1" sz="1400"/>
            </a:lvl1pPr>
            <a:lvl2pPr indent="-317500" lvl="1" marL="914400" algn="ctr">
              <a:spcBef>
                <a:spcPts val="0"/>
              </a:spcBef>
              <a:spcAft>
                <a:spcPts val="0"/>
              </a:spcAft>
              <a:buSzPts val="1400"/>
              <a:buChar char="○"/>
              <a:defRPr b="1" sz="1400"/>
            </a:lvl2pPr>
            <a:lvl3pPr indent="-317500" lvl="2" marL="1371600" algn="ctr">
              <a:spcBef>
                <a:spcPts val="0"/>
              </a:spcBef>
              <a:spcAft>
                <a:spcPts val="0"/>
              </a:spcAft>
              <a:buSzPts val="1400"/>
              <a:buChar char="■"/>
              <a:defRPr b="1" sz="1400"/>
            </a:lvl3pPr>
            <a:lvl4pPr indent="-317500" lvl="3" marL="1828800" algn="ctr">
              <a:spcBef>
                <a:spcPts val="0"/>
              </a:spcBef>
              <a:spcAft>
                <a:spcPts val="0"/>
              </a:spcAft>
              <a:buSzPts val="1400"/>
              <a:buChar char="●"/>
              <a:defRPr b="1" sz="1400"/>
            </a:lvl4pPr>
            <a:lvl5pPr indent="-317500" lvl="4" marL="2286000" algn="ctr">
              <a:spcBef>
                <a:spcPts val="0"/>
              </a:spcBef>
              <a:spcAft>
                <a:spcPts val="0"/>
              </a:spcAft>
              <a:buSzPts val="1400"/>
              <a:buChar char="○"/>
              <a:defRPr b="1" sz="1400"/>
            </a:lvl5pPr>
            <a:lvl6pPr indent="-317500" lvl="5" marL="2743200" algn="ctr">
              <a:spcBef>
                <a:spcPts val="0"/>
              </a:spcBef>
              <a:spcAft>
                <a:spcPts val="0"/>
              </a:spcAft>
              <a:buSzPts val="1400"/>
              <a:buChar char="■"/>
              <a:defRPr b="1" sz="1400"/>
            </a:lvl6pPr>
            <a:lvl7pPr indent="-317500" lvl="6" marL="3200400" algn="ctr">
              <a:spcBef>
                <a:spcPts val="0"/>
              </a:spcBef>
              <a:spcAft>
                <a:spcPts val="0"/>
              </a:spcAft>
              <a:buSzPts val="1400"/>
              <a:buChar char="●"/>
              <a:defRPr b="1" sz="1400"/>
            </a:lvl7pPr>
            <a:lvl8pPr indent="-317500" lvl="7" marL="3657600" algn="ctr">
              <a:spcBef>
                <a:spcPts val="0"/>
              </a:spcBef>
              <a:spcAft>
                <a:spcPts val="0"/>
              </a:spcAft>
              <a:buSzPts val="1400"/>
              <a:buChar char="○"/>
              <a:defRPr b="1" sz="1400"/>
            </a:lvl8pPr>
            <a:lvl9pPr indent="-317500" lvl="8" marL="4114800" algn="ctr">
              <a:spcBef>
                <a:spcPts val="0"/>
              </a:spcBef>
              <a:spcAft>
                <a:spcPts val="0"/>
              </a:spcAft>
              <a:buSzPts val="1400"/>
              <a:buChar char="■"/>
              <a:defRPr b="1" sz="1400"/>
            </a:lvl9pPr>
          </a:lstStyle>
          <a:p/>
        </p:txBody>
      </p:sp>
      <p:sp>
        <p:nvSpPr>
          <p:cNvPr id="2192" name="Google Shape;2192;p67"/>
          <p:cNvSpPr txBox="1"/>
          <p:nvPr>
            <p:ph idx="2" type="body"/>
          </p:nvPr>
        </p:nvSpPr>
        <p:spPr>
          <a:xfrm>
            <a:off x="6061525" y="2980825"/>
            <a:ext cx="1158900" cy="353100"/>
          </a:xfrm>
          <a:prstGeom prst="rect">
            <a:avLst/>
          </a:prstGeom>
        </p:spPr>
        <p:txBody>
          <a:bodyPr anchorCtr="0" anchor="ctr" bIns="0" lIns="0" spcFirstLastPara="1" rIns="0" wrap="square" tIns="0">
            <a:noAutofit/>
          </a:bodyPr>
          <a:lstStyle>
            <a:lvl1pPr indent="-317500" lvl="0" marL="457200" algn="ctr">
              <a:spcBef>
                <a:spcPts val="0"/>
              </a:spcBef>
              <a:spcAft>
                <a:spcPts val="0"/>
              </a:spcAft>
              <a:buSzPts val="1400"/>
              <a:buChar char="●"/>
              <a:defRPr b="1" sz="1400"/>
            </a:lvl1pPr>
            <a:lvl2pPr indent="-317500" lvl="1" marL="914400" algn="ctr">
              <a:spcBef>
                <a:spcPts val="0"/>
              </a:spcBef>
              <a:spcAft>
                <a:spcPts val="0"/>
              </a:spcAft>
              <a:buSzPts val="1400"/>
              <a:buChar char="○"/>
              <a:defRPr b="1" sz="1400"/>
            </a:lvl2pPr>
            <a:lvl3pPr indent="-317500" lvl="2" marL="1371600" algn="ctr">
              <a:spcBef>
                <a:spcPts val="0"/>
              </a:spcBef>
              <a:spcAft>
                <a:spcPts val="0"/>
              </a:spcAft>
              <a:buSzPts val="1400"/>
              <a:buChar char="■"/>
              <a:defRPr b="1" sz="1400"/>
            </a:lvl3pPr>
            <a:lvl4pPr indent="-317500" lvl="3" marL="1828800" algn="ctr">
              <a:spcBef>
                <a:spcPts val="0"/>
              </a:spcBef>
              <a:spcAft>
                <a:spcPts val="0"/>
              </a:spcAft>
              <a:buSzPts val="1400"/>
              <a:buChar char="●"/>
              <a:defRPr b="1" sz="1400"/>
            </a:lvl4pPr>
            <a:lvl5pPr indent="-317500" lvl="4" marL="2286000" algn="ctr">
              <a:spcBef>
                <a:spcPts val="0"/>
              </a:spcBef>
              <a:spcAft>
                <a:spcPts val="0"/>
              </a:spcAft>
              <a:buSzPts val="1400"/>
              <a:buChar char="○"/>
              <a:defRPr b="1" sz="1400"/>
            </a:lvl5pPr>
            <a:lvl6pPr indent="-317500" lvl="5" marL="2743200" algn="ctr">
              <a:spcBef>
                <a:spcPts val="0"/>
              </a:spcBef>
              <a:spcAft>
                <a:spcPts val="0"/>
              </a:spcAft>
              <a:buSzPts val="1400"/>
              <a:buChar char="■"/>
              <a:defRPr b="1" sz="1400"/>
            </a:lvl6pPr>
            <a:lvl7pPr indent="-317500" lvl="6" marL="3200400" algn="ctr">
              <a:spcBef>
                <a:spcPts val="0"/>
              </a:spcBef>
              <a:spcAft>
                <a:spcPts val="0"/>
              </a:spcAft>
              <a:buSzPts val="1400"/>
              <a:buChar char="●"/>
              <a:defRPr b="1" sz="1400"/>
            </a:lvl7pPr>
            <a:lvl8pPr indent="-317500" lvl="7" marL="3657600" algn="ctr">
              <a:spcBef>
                <a:spcPts val="0"/>
              </a:spcBef>
              <a:spcAft>
                <a:spcPts val="0"/>
              </a:spcAft>
              <a:buSzPts val="1400"/>
              <a:buChar char="○"/>
              <a:defRPr b="1" sz="1400"/>
            </a:lvl8pPr>
            <a:lvl9pPr indent="-317500" lvl="8" marL="4114800" algn="ctr">
              <a:spcBef>
                <a:spcPts val="0"/>
              </a:spcBef>
              <a:spcAft>
                <a:spcPts val="0"/>
              </a:spcAft>
              <a:buSzPts val="1400"/>
              <a:buChar char="■"/>
              <a:defRPr b="1" sz="14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rue False v3">
  <p:cSld name="CUSTOM_40">
    <p:spTree>
      <p:nvGrpSpPr>
        <p:cNvPr id="2193" name="Shape 2193"/>
        <p:cNvGrpSpPr/>
        <p:nvPr/>
      </p:nvGrpSpPr>
      <p:grpSpPr>
        <a:xfrm>
          <a:off x="0" y="0"/>
          <a:ext cx="0" cy="0"/>
          <a:chOff x="0" y="0"/>
          <a:chExt cx="0" cy="0"/>
        </a:xfrm>
      </p:grpSpPr>
      <p:sp>
        <p:nvSpPr>
          <p:cNvPr id="2194" name="Google Shape;2194;p68"/>
          <p:cNvSpPr txBox="1"/>
          <p:nvPr>
            <p:ph type="title"/>
          </p:nvPr>
        </p:nvSpPr>
        <p:spPr>
          <a:xfrm>
            <a:off x="311700" y="445025"/>
            <a:ext cx="8520600" cy="1787400"/>
          </a:xfrm>
          <a:prstGeom prst="rect">
            <a:avLst/>
          </a:prstGeom>
        </p:spPr>
        <p:txBody>
          <a:bodyPr anchorCtr="0" anchor="t" bIns="0" lIns="0" spcFirstLastPara="1" rIns="0" wrap="square" tIns="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grpSp>
        <p:nvGrpSpPr>
          <p:cNvPr id="2195" name="Google Shape;2195;p68"/>
          <p:cNvGrpSpPr/>
          <p:nvPr/>
        </p:nvGrpSpPr>
        <p:grpSpPr>
          <a:xfrm>
            <a:off x="7755823" y="-1920813"/>
            <a:ext cx="3245117" cy="3245117"/>
            <a:chOff x="2645475" y="456275"/>
            <a:chExt cx="697200" cy="697200"/>
          </a:xfrm>
        </p:grpSpPr>
        <p:sp>
          <p:nvSpPr>
            <p:cNvPr id="2196" name="Google Shape;2196;p68"/>
            <p:cNvSpPr/>
            <p:nvPr/>
          </p:nvSpPr>
          <p:spPr>
            <a:xfrm>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97" name="Google Shape;2197;p68"/>
            <p:cNvSpPr/>
            <p:nvPr/>
          </p:nvSpPr>
          <p:spPr>
            <a:xfrm rot="-5400000">
              <a:off x="2977275" y="456275"/>
              <a:ext cx="33600" cy="69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98" name="Google Shape;2198;p68"/>
            <p:cNvSpPr/>
            <p:nvPr/>
          </p:nvSpPr>
          <p:spPr>
            <a:xfrm rot="-2700000">
              <a:off x="2977290" y="456299"/>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199" name="Google Shape;2199;p68"/>
            <p:cNvSpPr/>
            <p:nvPr/>
          </p:nvSpPr>
          <p:spPr>
            <a:xfrm rot="-8100000">
              <a:off x="2977349" y="456394"/>
              <a:ext cx="33517" cy="697066"/>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00" name="Google Shape;2200;p68"/>
            <p:cNvSpPr/>
            <p:nvPr/>
          </p:nvSpPr>
          <p:spPr>
            <a:xfrm rot="-1387885">
              <a:off x="2977170" y="456436"/>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01" name="Google Shape;2201;p68"/>
            <p:cNvSpPr/>
            <p:nvPr/>
          </p:nvSpPr>
          <p:spPr>
            <a:xfrm rot="-6787885">
              <a:off x="2977359" y="456451"/>
              <a:ext cx="33601" cy="697122"/>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02" name="Google Shape;2202;p68"/>
            <p:cNvSpPr/>
            <p:nvPr/>
          </p:nvSpPr>
          <p:spPr>
            <a:xfrm rot="-4109047">
              <a:off x="2977190" y="456337"/>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03" name="Google Shape;2203;p68"/>
            <p:cNvSpPr/>
            <p:nvPr/>
          </p:nvSpPr>
          <p:spPr>
            <a:xfrm rot="-9509047">
              <a:off x="2977270" y="456558"/>
              <a:ext cx="33537" cy="69691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grpSp>
      <p:sp>
        <p:nvSpPr>
          <p:cNvPr id="2204" name="Google Shape;2204;p68"/>
          <p:cNvSpPr/>
          <p:nvPr/>
        </p:nvSpPr>
        <p:spPr>
          <a:xfrm>
            <a:off x="-6325" y="4710925"/>
            <a:ext cx="9144000" cy="4326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05" name="Google Shape;2205;p68"/>
          <p:cNvSpPr/>
          <p:nvPr/>
        </p:nvSpPr>
        <p:spPr>
          <a:xfrm>
            <a:off x="5935375" y="2882425"/>
            <a:ext cx="1542900" cy="6222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FALSE</a:t>
            </a:r>
            <a:endParaRPr b="1">
              <a:latin typeface="Sintony"/>
              <a:ea typeface="Sintony"/>
              <a:cs typeface="Sintony"/>
              <a:sym typeface="Sintony"/>
            </a:endParaRPr>
          </a:p>
        </p:txBody>
      </p:sp>
      <p:sp>
        <p:nvSpPr>
          <p:cNvPr id="2206" name="Google Shape;2206;p68"/>
          <p:cNvSpPr/>
          <p:nvPr/>
        </p:nvSpPr>
        <p:spPr>
          <a:xfrm>
            <a:off x="2586725" y="2905363"/>
            <a:ext cx="1542900" cy="622200"/>
          </a:xfrm>
          <a:prstGeom prst="rect">
            <a:avLst/>
          </a:prstGeom>
          <a:solidFill>
            <a:srgbClr val="3DA9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Sintony"/>
                <a:ea typeface="Sintony"/>
                <a:cs typeface="Sintony"/>
                <a:sym typeface="Sintony"/>
              </a:rPr>
              <a:t>FALSE</a:t>
            </a:r>
            <a:endParaRPr b="1">
              <a:latin typeface="Sintony"/>
              <a:ea typeface="Sintony"/>
              <a:cs typeface="Sintony"/>
              <a:sym typeface="Sintony"/>
            </a:endParaRPr>
          </a:p>
        </p:txBody>
      </p:sp>
      <p:sp>
        <p:nvSpPr>
          <p:cNvPr id="2207" name="Google Shape;2207;p68"/>
          <p:cNvSpPr/>
          <p:nvPr/>
        </p:nvSpPr>
        <p:spPr>
          <a:xfrm>
            <a:off x="2547126" y="2859488"/>
            <a:ext cx="1529400" cy="62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208" name="Google Shape;2208;p68"/>
          <p:cNvSpPr/>
          <p:nvPr/>
        </p:nvSpPr>
        <p:spPr>
          <a:xfrm>
            <a:off x="5895776" y="2846265"/>
            <a:ext cx="1529400" cy="62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209" name="Google Shape;2209;p68"/>
          <p:cNvSpPr/>
          <p:nvPr/>
        </p:nvSpPr>
        <p:spPr>
          <a:xfrm>
            <a:off x="1665725" y="2859488"/>
            <a:ext cx="687000" cy="622200"/>
          </a:xfrm>
          <a:prstGeom prst="rect">
            <a:avLst/>
          </a:prstGeom>
          <a:solidFill>
            <a:srgbClr val="3DA95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sp>
        <p:nvSpPr>
          <p:cNvPr id="2210" name="Google Shape;2210;p68"/>
          <p:cNvSpPr/>
          <p:nvPr/>
        </p:nvSpPr>
        <p:spPr>
          <a:xfrm>
            <a:off x="5014375" y="2846274"/>
            <a:ext cx="687000" cy="6222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intony"/>
              <a:ea typeface="Sintony"/>
              <a:cs typeface="Sintony"/>
              <a:sym typeface="Sintony"/>
            </a:endParaRPr>
          </a:p>
        </p:txBody>
      </p:sp>
      <p:grpSp>
        <p:nvGrpSpPr>
          <p:cNvPr id="2211" name="Google Shape;2211;p68"/>
          <p:cNvGrpSpPr/>
          <p:nvPr/>
        </p:nvGrpSpPr>
        <p:grpSpPr>
          <a:xfrm rot="-2700227">
            <a:off x="1822752" y="3028024"/>
            <a:ext cx="372951" cy="213894"/>
            <a:chOff x="3876675" y="1766250"/>
            <a:chExt cx="348900" cy="200100"/>
          </a:xfrm>
        </p:grpSpPr>
        <p:sp>
          <p:nvSpPr>
            <p:cNvPr id="2212" name="Google Shape;2212;p68"/>
            <p:cNvSpPr/>
            <p:nvPr/>
          </p:nvSpPr>
          <p:spPr>
            <a:xfrm>
              <a:off x="3876700" y="1766250"/>
              <a:ext cx="72000" cy="200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2213" name="Google Shape;2213;p68"/>
            <p:cNvSpPr/>
            <p:nvPr/>
          </p:nvSpPr>
          <p:spPr>
            <a:xfrm rot="5400000">
              <a:off x="4015125" y="1755900"/>
              <a:ext cx="72000" cy="34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grpSp>
        <p:nvGrpSpPr>
          <p:cNvPr id="2214" name="Google Shape;2214;p68"/>
          <p:cNvGrpSpPr/>
          <p:nvPr/>
        </p:nvGrpSpPr>
        <p:grpSpPr>
          <a:xfrm>
            <a:off x="5201326" y="3000824"/>
            <a:ext cx="313105" cy="313105"/>
            <a:chOff x="3902424" y="2300989"/>
            <a:chExt cx="297600" cy="297600"/>
          </a:xfrm>
        </p:grpSpPr>
        <p:sp>
          <p:nvSpPr>
            <p:cNvPr id="2215" name="Google Shape;2215;p68"/>
            <p:cNvSpPr/>
            <p:nvPr/>
          </p:nvSpPr>
          <p:spPr>
            <a:xfrm rot="2700000">
              <a:off x="4015161" y="2275417"/>
              <a:ext cx="72125" cy="348745"/>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sp>
          <p:nvSpPr>
            <p:cNvPr id="2216" name="Google Shape;2216;p68"/>
            <p:cNvSpPr/>
            <p:nvPr/>
          </p:nvSpPr>
          <p:spPr>
            <a:xfrm rot="-2700000">
              <a:off x="4015161" y="2275417"/>
              <a:ext cx="72125" cy="348745"/>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edoka"/>
                <a:ea typeface="Fredoka"/>
                <a:cs typeface="Fredoka"/>
                <a:sym typeface="Fredoka"/>
              </a:endParaRPr>
            </a:p>
          </p:txBody>
        </p:sp>
      </p:grpSp>
      <p:sp>
        <p:nvSpPr>
          <p:cNvPr id="2217" name="Google Shape;2217;p68"/>
          <p:cNvSpPr/>
          <p:nvPr/>
        </p:nvSpPr>
        <p:spPr>
          <a:xfrm rot="527322">
            <a:off x="-486504" y="1840231"/>
            <a:ext cx="1044565" cy="968065"/>
          </a:xfrm>
          <a:prstGeom prst="star8">
            <a:avLst>
              <a:gd fmla="val 3011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intony"/>
              <a:ea typeface="Sintony"/>
              <a:cs typeface="Sintony"/>
              <a:sym typeface="Sintony"/>
            </a:endParaRPr>
          </a:p>
        </p:txBody>
      </p:sp>
      <p:sp>
        <p:nvSpPr>
          <p:cNvPr id="2218" name="Google Shape;2218;p68"/>
          <p:cNvSpPr txBox="1"/>
          <p:nvPr>
            <p:ph idx="1" type="body"/>
          </p:nvPr>
        </p:nvSpPr>
        <p:spPr>
          <a:xfrm>
            <a:off x="6081025" y="2994050"/>
            <a:ext cx="1158900" cy="353100"/>
          </a:xfrm>
          <a:prstGeom prst="rect">
            <a:avLst/>
          </a:prstGeom>
        </p:spPr>
        <p:txBody>
          <a:bodyPr anchorCtr="0" anchor="ctr" bIns="0" lIns="0" spcFirstLastPara="1" rIns="0" wrap="square" tIns="0">
            <a:noAutofit/>
          </a:bodyPr>
          <a:lstStyle>
            <a:lvl1pPr indent="-317500" lvl="0" marL="457200" algn="ctr">
              <a:spcBef>
                <a:spcPts val="0"/>
              </a:spcBef>
              <a:spcAft>
                <a:spcPts val="0"/>
              </a:spcAft>
              <a:buSzPts val="1400"/>
              <a:buChar char="●"/>
              <a:defRPr b="1" sz="1400"/>
            </a:lvl1pPr>
            <a:lvl2pPr indent="-317500" lvl="1" marL="914400" algn="ctr">
              <a:spcBef>
                <a:spcPts val="0"/>
              </a:spcBef>
              <a:spcAft>
                <a:spcPts val="0"/>
              </a:spcAft>
              <a:buSzPts val="1400"/>
              <a:buChar char="○"/>
              <a:defRPr b="1" sz="1400"/>
            </a:lvl2pPr>
            <a:lvl3pPr indent="-317500" lvl="2" marL="1371600" algn="ctr">
              <a:spcBef>
                <a:spcPts val="0"/>
              </a:spcBef>
              <a:spcAft>
                <a:spcPts val="0"/>
              </a:spcAft>
              <a:buSzPts val="1400"/>
              <a:buChar char="■"/>
              <a:defRPr b="1" sz="1400"/>
            </a:lvl3pPr>
            <a:lvl4pPr indent="-317500" lvl="3" marL="1828800" algn="ctr">
              <a:spcBef>
                <a:spcPts val="0"/>
              </a:spcBef>
              <a:spcAft>
                <a:spcPts val="0"/>
              </a:spcAft>
              <a:buSzPts val="1400"/>
              <a:buChar char="●"/>
              <a:defRPr b="1" sz="1400"/>
            </a:lvl4pPr>
            <a:lvl5pPr indent="-317500" lvl="4" marL="2286000" algn="ctr">
              <a:spcBef>
                <a:spcPts val="0"/>
              </a:spcBef>
              <a:spcAft>
                <a:spcPts val="0"/>
              </a:spcAft>
              <a:buSzPts val="1400"/>
              <a:buChar char="○"/>
              <a:defRPr b="1" sz="1400"/>
            </a:lvl5pPr>
            <a:lvl6pPr indent="-317500" lvl="5" marL="2743200" algn="ctr">
              <a:spcBef>
                <a:spcPts val="0"/>
              </a:spcBef>
              <a:spcAft>
                <a:spcPts val="0"/>
              </a:spcAft>
              <a:buSzPts val="1400"/>
              <a:buChar char="■"/>
              <a:defRPr b="1" sz="1400"/>
            </a:lvl6pPr>
            <a:lvl7pPr indent="-317500" lvl="6" marL="3200400" algn="ctr">
              <a:spcBef>
                <a:spcPts val="0"/>
              </a:spcBef>
              <a:spcAft>
                <a:spcPts val="0"/>
              </a:spcAft>
              <a:buSzPts val="1400"/>
              <a:buChar char="●"/>
              <a:defRPr b="1" sz="1400"/>
            </a:lvl7pPr>
            <a:lvl8pPr indent="-317500" lvl="7" marL="3657600" algn="ctr">
              <a:spcBef>
                <a:spcPts val="0"/>
              </a:spcBef>
              <a:spcAft>
                <a:spcPts val="0"/>
              </a:spcAft>
              <a:buSzPts val="1400"/>
              <a:buChar char="○"/>
              <a:defRPr b="1" sz="1400"/>
            </a:lvl8pPr>
            <a:lvl9pPr indent="-317500" lvl="8" marL="4114800" algn="ctr">
              <a:spcBef>
                <a:spcPts val="0"/>
              </a:spcBef>
              <a:spcAft>
                <a:spcPts val="0"/>
              </a:spcAft>
              <a:buSzPts val="1400"/>
              <a:buChar char="■"/>
              <a:defRPr b="1" sz="1400"/>
            </a:lvl9pPr>
          </a:lstStyle>
          <a:p/>
        </p:txBody>
      </p:sp>
      <p:sp>
        <p:nvSpPr>
          <p:cNvPr id="2219" name="Google Shape;2219;p68"/>
          <p:cNvSpPr txBox="1"/>
          <p:nvPr>
            <p:ph idx="2" type="body"/>
          </p:nvPr>
        </p:nvSpPr>
        <p:spPr>
          <a:xfrm>
            <a:off x="2732375" y="2980825"/>
            <a:ext cx="1158900" cy="353100"/>
          </a:xfrm>
          <a:prstGeom prst="rect">
            <a:avLst/>
          </a:prstGeom>
        </p:spPr>
        <p:txBody>
          <a:bodyPr anchorCtr="0" anchor="ctr" bIns="0" lIns="0" spcFirstLastPara="1" rIns="0" wrap="square" tIns="0">
            <a:noAutofit/>
          </a:bodyPr>
          <a:lstStyle>
            <a:lvl1pPr indent="-317500" lvl="0" marL="457200" algn="ctr">
              <a:spcBef>
                <a:spcPts val="0"/>
              </a:spcBef>
              <a:spcAft>
                <a:spcPts val="0"/>
              </a:spcAft>
              <a:buSzPts val="1400"/>
              <a:buChar char="●"/>
              <a:defRPr b="1" sz="1400"/>
            </a:lvl1pPr>
            <a:lvl2pPr indent="-317500" lvl="1" marL="914400" algn="ctr">
              <a:spcBef>
                <a:spcPts val="0"/>
              </a:spcBef>
              <a:spcAft>
                <a:spcPts val="0"/>
              </a:spcAft>
              <a:buSzPts val="1400"/>
              <a:buChar char="○"/>
              <a:defRPr b="1" sz="1400"/>
            </a:lvl2pPr>
            <a:lvl3pPr indent="-317500" lvl="2" marL="1371600" algn="ctr">
              <a:spcBef>
                <a:spcPts val="0"/>
              </a:spcBef>
              <a:spcAft>
                <a:spcPts val="0"/>
              </a:spcAft>
              <a:buSzPts val="1400"/>
              <a:buChar char="■"/>
              <a:defRPr b="1" sz="1400"/>
            </a:lvl3pPr>
            <a:lvl4pPr indent="-317500" lvl="3" marL="1828800" algn="ctr">
              <a:spcBef>
                <a:spcPts val="0"/>
              </a:spcBef>
              <a:spcAft>
                <a:spcPts val="0"/>
              </a:spcAft>
              <a:buSzPts val="1400"/>
              <a:buChar char="●"/>
              <a:defRPr b="1" sz="1400"/>
            </a:lvl4pPr>
            <a:lvl5pPr indent="-317500" lvl="4" marL="2286000" algn="ctr">
              <a:spcBef>
                <a:spcPts val="0"/>
              </a:spcBef>
              <a:spcAft>
                <a:spcPts val="0"/>
              </a:spcAft>
              <a:buSzPts val="1400"/>
              <a:buChar char="○"/>
              <a:defRPr b="1" sz="1400"/>
            </a:lvl5pPr>
            <a:lvl6pPr indent="-317500" lvl="5" marL="2743200" algn="ctr">
              <a:spcBef>
                <a:spcPts val="0"/>
              </a:spcBef>
              <a:spcAft>
                <a:spcPts val="0"/>
              </a:spcAft>
              <a:buSzPts val="1400"/>
              <a:buChar char="■"/>
              <a:defRPr b="1" sz="1400"/>
            </a:lvl6pPr>
            <a:lvl7pPr indent="-317500" lvl="6" marL="3200400" algn="ctr">
              <a:spcBef>
                <a:spcPts val="0"/>
              </a:spcBef>
              <a:spcAft>
                <a:spcPts val="0"/>
              </a:spcAft>
              <a:buSzPts val="1400"/>
              <a:buChar char="●"/>
              <a:defRPr b="1" sz="1400"/>
            </a:lvl7pPr>
            <a:lvl8pPr indent="-317500" lvl="7" marL="3657600" algn="ctr">
              <a:spcBef>
                <a:spcPts val="0"/>
              </a:spcBef>
              <a:spcAft>
                <a:spcPts val="0"/>
              </a:spcAft>
              <a:buSzPts val="1400"/>
              <a:buChar char="○"/>
              <a:defRPr b="1" sz="1400"/>
            </a:lvl8pPr>
            <a:lvl9pPr indent="-317500" lvl="8" marL="4114800" algn="ctr">
              <a:spcBef>
                <a:spcPts val="0"/>
              </a:spcBef>
              <a:spcAft>
                <a:spcPts val="0"/>
              </a:spcAft>
              <a:buSzPts val="1400"/>
              <a:buChar char="■"/>
              <a:defRPr b="1" sz="1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55" Type="http://schemas.openxmlformats.org/officeDocument/2006/relationships/slideLayout" Target="../slideLayouts/slideLayout66.xml"/><Relationship Id="rId10" Type="http://schemas.openxmlformats.org/officeDocument/2006/relationships/slideLayout" Target="../slideLayouts/slideLayout21.xml"/><Relationship Id="rId54" Type="http://schemas.openxmlformats.org/officeDocument/2006/relationships/slideLayout" Target="../slideLayouts/slideLayout6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56" Type="http://schemas.openxmlformats.org/officeDocument/2006/relationships/theme" Target="../theme/theme2.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1pPr>
            <a:lvl2pPr lvl="1">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2pPr>
            <a:lvl3pPr lvl="2">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3pPr>
            <a:lvl4pPr lvl="3">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4pPr>
            <a:lvl5pPr lvl="4">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5pPr>
            <a:lvl6pPr lvl="5">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6pPr>
            <a:lvl7pPr lvl="6">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7pPr>
            <a:lvl8pPr lvl="7">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8pPr>
            <a:lvl9pPr lvl="8">
              <a:spcBef>
                <a:spcPts val="0"/>
              </a:spcBef>
              <a:spcAft>
                <a:spcPts val="0"/>
              </a:spcAft>
              <a:buClr>
                <a:schemeClr val="dk1"/>
              </a:buClr>
              <a:buSzPts val="2000"/>
              <a:buFont typeface="Englebert"/>
              <a:buNone/>
              <a:defRPr b="1" sz="2000">
                <a:solidFill>
                  <a:schemeClr val="dk1"/>
                </a:solidFill>
                <a:latin typeface="Englebert"/>
                <a:ea typeface="Englebert"/>
                <a:cs typeface="Englebert"/>
                <a:sym typeface="Engleber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298450" lvl="0" marL="4572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1pPr>
            <a:lvl2pPr indent="-298450" lvl="1" marL="9144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2pPr>
            <a:lvl3pPr indent="-298450" lvl="2" marL="13716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3pPr>
            <a:lvl4pPr indent="-298450" lvl="3" marL="18288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4pPr>
            <a:lvl5pPr indent="-298450" lvl="4" marL="22860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5pPr>
            <a:lvl6pPr indent="-298450" lvl="5" marL="27432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6pPr>
            <a:lvl7pPr indent="-298450" lvl="6" marL="32004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7pPr>
            <a:lvl8pPr indent="-298450" lvl="7" marL="36576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8pPr>
            <a:lvl9pPr indent="-298450" lvl="8" marL="4114800">
              <a:lnSpc>
                <a:spcPct val="100000"/>
              </a:lnSpc>
              <a:spcBef>
                <a:spcPts val="0"/>
              </a:spcBef>
              <a:spcAft>
                <a:spcPts val="0"/>
              </a:spcAft>
              <a:buClr>
                <a:schemeClr val="dk2"/>
              </a:buClr>
              <a:buSzPts val="1100"/>
              <a:buFont typeface="Sintony"/>
              <a:buChar char="■"/>
              <a:defRPr sz="1100">
                <a:solidFill>
                  <a:schemeClr val="dk2"/>
                </a:solidFill>
                <a:latin typeface="Sintony"/>
                <a:ea typeface="Sintony"/>
                <a:cs typeface="Sintony"/>
                <a:sym typeface="Sintony"/>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6.xml"/><Relationship Id="rId3"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3" name="Shape 2223"/>
        <p:cNvGrpSpPr/>
        <p:nvPr/>
      </p:nvGrpSpPr>
      <p:grpSpPr>
        <a:xfrm>
          <a:off x="0" y="0"/>
          <a:ext cx="0" cy="0"/>
          <a:chOff x="0" y="0"/>
          <a:chExt cx="0" cy="0"/>
        </a:xfrm>
      </p:grpSpPr>
      <p:sp>
        <p:nvSpPr>
          <p:cNvPr id="2224" name="Google Shape;2224;p69"/>
          <p:cNvSpPr txBox="1"/>
          <p:nvPr>
            <p:ph type="title"/>
          </p:nvPr>
        </p:nvSpPr>
        <p:spPr>
          <a:xfrm>
            <a:off x="4564500" y="445025"/>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Sentiment Analysis from Any URL</a:t>
            </a:r>
            <a:endParaRPr/>
          </a:p>
        </p:txBody>
      </p:sp>
      <p:sp>
        <p:nvSpPr>
          <p:cNvPr id="2225" name="Google Shape;2225;p69"/>
          <p:cNvSpPr txBox="1"/>
          <p:nvPr>
            <p:ph idx="1" type="body"/>
          </p:nvPr>
        </p:nvSpPr>
        <p:spPr>
          <a:xfrm>
            <a:off x="4564525" y="1311700"/>
            <a:ext cx="4267800" cy="324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presentation introduces </a:t>
            </a:r>
            <a:r>
              <a:rPr b="1" lang="en-GB"/>
              <a:t>SentimentIQ</a:t>
            </a:r>
            <a:r>
              <a:rPr lang="en-GB"/>
              <a:t>, an AI-powered sentiment intelligence platform. The focus is on how it utilizes advanced technologies to analyze sentiment from various online sources, providing valuable insights.</a:t>
            </a:r>
            <a:endParaRPr/>
          </a:p>
          <a:p>
            <a:pPr indent="0" lvl="0" marL="0" rtl="0" algn="l">
              <a:spcBef>
                <a:spcPts val="1200"/>
              </a:spcBef>
              <a:spcAft>
                <a:spcPts val="1200"/>
              </a:spcAft>
              <a:buNone/>
            </a:pPr>
            <a:r>
              <a:t/>
            </a:r>
            <a:endParaRPr/>
          </a:p>
        </p:txBody>
      </p:sp>
      <p:pic>
        <p:nvPicPr>
          <p:cNvPr id="2226" name="Google Shape;2226;p69"/>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pic>
        <p:nvPicPr>
          <p:cNvPr id="2227" name="Google Shape;2227;p69"/>
          <p:cNvPicPr preferRelativeResize="0"/>
          <p:nvPr/>
        </p:nvPicPr>
        <p:blipFill>
          <a:blip r:embed="rId4">
            <a:alphaModFix/>
          </a:blip>
          <a:stretch>
            <a:fillRect/>
          </a:stretch>
        </p:blipFill>
        <p:spPr>
          <a:xfrm>
            <a:off x="311700" y="673775"/>
            <a:ext cx="3782976" cy="370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1" name="Shape 2231"/>
        <p:cNvGrpSpPr/>
        <p:nvPr/>
      </p:nvGrpSpPr>
      <p:grpSpPr>
        <a:xfrm>
          <a:off x="0" y="0"/>
          <a:ext cx="0" cy="0"/>
          <a:chOff x="0" y="0"/>
          <a:chExt cx="0" cy="0"/>
        </a:xfrm>
      </p:grpSpPr>
      <p:sp>
        <p:nvSpPr>
          <p:cNvPr id="2232" name="Google Shape;2232;p70"/>
          <p:cNvSpPr txBox="1"/>
          <p:nvPr>
            <p:ph type="title"/>
          </p:nvPr>
        </p:nvSpPr>
        <p:spPr>
          <a:xfrm>
            <a:off x="4564500" y="445025"/>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Introduction to SentimentIQ</a:t>
            </a:r>
            <a:endParaRPr/>
          </a:p>
        </p:txBody>
      </p:sp>
      <p:sp>
        <p:nvSpPr>
          <p:cNvPr id="2233" name="Google Shape;2233;p70"/>
          <p:cNvSpPr txBox="1"/>
          <p:nvPr>
            <p:ph idx="1" type="body"/>
          </p:nvPr>
        </p:nvSpPr>
        <p:spPr>
          <a:xfrm>
            <a:off x="4564525" y="1311700"/>
            <a:ext cx="4267800" cy="324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SentimentIQ is designed to harness the power of AI for sentiment analysis. In today's data-driven world, understanding public sentiment is crucial for businesses, educators, and researchers. This platform enables users to extract and analyze sentiment from diverse online content efficiently.</a:t>
            </a:r>
            <a:endParaRPr/>
          </a:p>
          <a:p>
            <a:pPr indent="0" lvl="0" marL="0" rtl="0" algn="l">
              <a:spcBef>
                <a:spcPts val="1200"/>
              </a:spcBef>
              <a:spcAft>
                <a:spcPts val="1200"/>
              </a:spcAft>
              <a:buNone/>
            </a:pPr>
            <a:r>
              <a:t/>
            </a:r>
            <a:endParaRPr/>
          </a:p>
        </p:txBody>
      </p:sp>
      <p:pic>
        <p:nvPicPr>
          <p:cNvPr id="2234" name="Google Shape;2234;p70"/>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pic>
        <p:nvPicPr>
          <p:cNvPr id="2235" name="Google Shape;2235;p70"/>
          <p:cNvPicPr preferRelativeResize="0"/>
          <p:nvPr/>
        </p:nvPicPr>
        <p:blipFill>
          <a:blip r:embed="rId4">
            <a:alphaModFix/>
          </a:blip>
          <a:stretch>
            <a:fillRect/>
          </a:stretch>
        </p:blipFill>
        <p:spPr>
          <a:xfrm>
            <a:off x="311700" y="673775"/>
            <a:ext cx="3680099" cy="3883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9" name="Shape 2239"/>
        <p:cNvGrpSpPr/>
        <p:nvPr/>
      </p:nvGrpSpPr>
      <p:grpSpPr>
        <a:xfrm>
          <a:off x="0" y="0"/>
          <a:ext cx="0" cy="0"/>
          <a:chOff x="0" y="0"/>
          <a:chExt cx="0" cy="0"/>
        </a:xfrm>
      </p:grpSpPr>
      <p:sp>
        <p:nvSpPr>
          <p:cNvPr id="2240" name="Google Shape;2240;p71"/>
          <p:cNvSpPr txBox="1"/>
          <p:nvPr>
            <p:ph type="title"/>
          </p:nvPr>
        </p:nvSpPr>
        <p:spPr>
          <a:xfrm>
            <a:off x="311700" y="480900"/>
            <a:ext cx="42969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Backend Architecture Overview</a:t>
            </a:r>
            <a:endParaRPr/>
          </a:p>
        </p:txBody>
      </p:sp>
      <p:pic>
        <p:nvPicPr>
          <p:cNvPr id="2241" name="Google Shape;2241;p71"/>
          <p:cNvPicPr preferRelativeResize="0"/>
          <p:nvPr>
            <p:ph idx="2" type="pic"/>
          </p:nvPr>
        </p:nvPicPr>
        <p:blipFill>
          <a:blip r:embed="rId3">
            <a:alphaModFix/>
          </a:blip>
          <a:stretch>
            <a:fillRect/>
          </a:stretch>
        </p:blipFill>
        <p:spPr>
          <a:xfrm>
            <a:off x="5066250" y="1522481"/>
            <a:ext cx="3680098" cy="2011787"/>
          </a:xfrm>
          <a:prstGeom prst="rect">
            <a:avLst/>
          </a:prstGeom>
        </p:spPr>
      </p:pic>
      <p:sp>
        <p:nvSpPr>
          <p:cNvPr id="2242" name="Google Shape;2242;p71"/>
          <p:cNvSpPr txBox="1"/>
          <p:nvPr>
            <p:ph idx="1" type="body"/>
          </p:nvPr>
        </p:nvSpPr>
        <p:spPr>
          <a:xfrm>
            <a:off x="311700" y="1486475"/>
            <a:ext cx="3921900" cy="30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backend of SentimentIQ is built using Python FastAPI, which facilitates rapid development and efficient data processing. This architecture is responsible f- or:</a:t>
            </a:r>
            <a:endParaRPr/>
          </a:p>
          <a:p>
            <a:pPr indent="-298450" lvl="0" marL="457200" rtl="0" algn="l">
              <a:spcBef>
                <a:spcPts val="1200"/>
              </a:spcBef>
              <a:spcAft>
                <a:spcPts val="0"/>
              </a:spcAft>
              <a:buSzPts val="1100"/>
              <a:buChar char="●"/>
            </a:pPr>
            <a:r>
              <a:rPr lang="en-GB"/>
              <a:t>Handling </a:t>
            </a:r>
            <a:r>
              <a:rPr b="1" lang="en-GB"/>
              <a:t>requests</a:t>
            </a:r>
            <a:r>
              <a:rPr lang="en-GB"/>
              <a:t> and </a:t>
            </a:r>
            <a:r>
              <a:rPr b="1" lang="en-GB"/>
              <a:t>responses</a:t>
            </a:r>
            <a:r>
              <a:rPr lang="en-GB"/>
              <a:t>.</a:t>
            </a:r>
            <a:endParaRPr/>
          </a:p>
          <a:p>
            <a:pPr indent="-298450" lvl="0" marL="457200" rtl="0" algn="l">
              <a:spcBef>
                <a:spcPts val="0"/>
              </a:spcBef>
              <a:spcAft>
                <a:spcPts val="0"/>
              </a:spcAft>
              <a:buSzPts val="1100"/>
              <a:buChar char="●"/>
            </a:pPr>
            <a:r>
              <a:rPr lang="en-GB"/>
              <a:t>Processing and analyzing </a:t>
            </a:r>
            <a:r>
              <a:rPr b="1" lang="en-GB"/>
              <a:t>incoming data</a:t>
            </a:r>
            <a:r>
              <a:rPr lang="en-GB"/>
              <a:t>.</a:t>
            </a:r>
            <a:endParaRPr/>
          </a:p>
          <a:p>
            <a:pPr indent="-298450" lvl="0" marL="457200" rtl="0" algn="l">
              <a:spcBef>
                <a:spcPts val="0"/>
              </a:spcBef>
              <a:spcAft>
                <a:spcPts val="0"/>
              </a:spcAft>
              <a:buSzPts val="1100"/>
              <a:buChar char="●"/>
            </a:pPr>
            <a:r>
              <a:rPr lang="en-GB"/>
              <a:t>Ensuring </a:t>
            </a:r>
            <a:r>
              <a:rPr b="1" lang="en-GB"/>
              <a:t>scalability</a:t>
            </a:r>
            <a:r>
              <a:rPr lang="en-GB"/>
              <a:t> and </a:t>
            </a:r>
            <a:r>
              <a:rPr b="1" lang="en-GB"/>
              <a:t>performance</a:t>
            </a:r>
            <a:r>
              <a:rPr lang="en-GB"/>
              <a:t>.</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6" name="Shape 2246"/>
        <p:cNvGrpSpPr/>
        <p:nvPr/>
      </p:nvGrpSpPr>
      <p:grpSpPr>
        <a:xfrm>
          <a:off x="0" y="0"/>
          <a:ext cx="0" cy="0"/>
          <a:chOff x="0" y="0"/>
          <a:chExt cx="0" cy="0"/>
        </a:xfrm>
      </p:grpSpPr>
      <p:sp>
        <p:nvSpPr>
          <p:cNvPr id="2247" name="Google Shape;2247;p72"/>
          <p:cNvSpPr txBox="1"/>
          <p:nvPr>
            <p:ph type="title"/>
          </p:nvPr>
        </p:nvSpPr>
        <p:spPr>
          <a:xfrm>
            <a:off x="4564525" y="617563"/>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Content Extraction with Jina Reader API</a:t>
            </a:r>
            <a:endParaRPr/>
          </a:p>
        </p:txBody>
      </p:sp>
      <p:pic>
        <p:nvPicPr>
          <p:cNvPr id="2248" name="Google Shape;2248;p72"/>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sp>
        <p:nvSpPr>
          <p:cNvPr id="2249" name="Google Shape;2249;p72"/>
          <p:cNvSpPr txBox="1"/>
          <p:nvPr>
            <p:ph idx="1" type="body"/>
          </p:nvPr>
        </p:nvSpPr>
        <p:spPr>
          <a:xfrm>
            <a:off x="4564525" y="1363188"/>
            <a:ext cx="4267800" cy="33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Jina Reader API plays a vital role in extracting clean content from various sources, includi- ng:</a:t>
            </a:r>
            <a:endParaRPr/>
          </a:p>
          <a:p>
            <a:pPr indent="-298450" lvl="0" marL="457200" rtl="0" algn="l">
              <a:spcBef>
                <a:spcPts val="1200"/>
              </a:spcBef>
              <a:spcAft>
                <a:spcPts val="0"/>
              </a:spcAft>
              <a:buSzPts val="1100"/>
              <a:buChar char="●"/>
            </a:pPr>
            <a:r>
              <a:rPr b="1" lang="en-GB"/>
              <a:t>YouTube</a:t>
            </a:r>
            <a:r>
              <a:rPr lang="en-GB"/>
              <a:t>: Titles, descriptions, and user comments.</a:t>
            </a:r>
            <a:endParaRPr/>
          </a:p>
          <a:p>
            <a:pPr indent="-298450" lvl="0" marL="457200" rtl="0" algn="l">
              <a:spcBef>
                <a:spcPts val="0"/>
              </a:spcBef>
              <a:spcAft>
                <a:spcPts val="0"/>
              </a:spcAft>
              <a:buSzPts val="1100"/>
              <a:buChar char="●"/>
            </a:pPr>
            <a:r>
              <a:rPr b="1" lang="en-GB"/>
              <a:t>Twitter/X</a:t>
            </a:r>
            <a:r>
              <a:rPr lang="en-GB"/>
              <a:t>: Tweets and user interactions.</a:t>
            </a:r>
            <a:endParaRPr/>
          </a:p>
          <a:p>
            <a:pPr indent="-298450" lvl="0" marL="457200" rtl="0" algn="l">
              <a:spcBef>
                <a:spcPts val="0"/>
              </a:spcBef>
              <a:spcAft>
                <a:spcPts val="0"/>
              </a:spcAft>
              <a:buSzPts val="1100"/>
              <a:buChar char="●"/>
            </a:pPr>
            <a:r>
              <a:rPr b="1" lang="en-GB"/>
              <a:t>Reddit</a:t>
            </a:r>
            <a:r>
              <a:rPr lang="en-GB"/>
              <a:t>: Posts and comments.</a:t>
            </a:r>
            <a:endParaRPr/>
          </a:p>
          <a:p>
            <a:pPr indent="-298450" lvl="0" marL="457200" rtl="0" algn="l">
              <a:spcBef>
                <a:spcPts val="0"/>
              </a:spcBef>
              <a:spcAft>
                <a:spcPts val="0"/>
              </a:spcAft>
              <a:buSzPts val="1100"/>
              <a:buChar char="●"/>
            </a:pPr>
            <a:r>
              <a:rPr b="1" lang="en-GB"/>
              <a:t>Websites</a:t>
            </a:r>
            <a:r>
              <a:rPr lang="en-GB"/>
              <a:t>: Articles and blog posts.</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3" name="Shape 2253"/>
        <p:cNvGrpSpPr/>
        <p:nvPr/>
      </p:nvGrpSpPr>
      <p:grpSpPr>
        <a:xfrm>
          <a:off x="0" y="0"/>
          <a:ext cx="0" cy="0"/>
          <a:chOff x="0" y="0"/>
          <a:chExt cx="0" cy="0"/>
        </a:xfrm>
      </p:grpSpPr>
      <p:sp>
        <p:nvSpPr>
          <p:cNvPr id="2254" name="Google Shape;2254;p73"/>
          <p:cNvSpPr txBox="1"/>
          <p:nvPr>
            <p:ph type="title"/>
          </p:nvPr>
        </p:nvSpPr>
        <p:spPr>
          <a:xfrm>
            <a:off x="4564525" y="617563"/>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Frontend Architecture Overview</a:t>
            </a:r>
            <a:endParaRPr/>
          </a:p>
        </p:txBody>
      </p:sp>
      <p:pic>
        <p:nvPicPr>
          <p:cNvPr id="2255" name="Google Shape;2255;p73"/>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sp>
        <p:nvSpPr>
          <p:cNvPr id="2256" name="Google Shape;2256;p73"/>
          <p:cNvSpPr txBox="1"/>
          <p:nvPr>
            <p:ph idx="1" type="body"/>
          </p:nvPr>
        </p:nvSpPr>
        <p:spPr>
          <a:xfrm>
            <a:off x="4564525" y="1363188"/>
            <a:ext cx="4267800" cy="33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frontend of SentimentIQ is developed using React, providing a dynamic user interface. Key roles inclu- de:</a:t>
            </a:r>
            <a:endParaRPr/>
          </a:p>
          <a:p>
            <a:pPr indent="-298450" lvl="0" marL="457200" rtl="0" algn="l">
              <a:spcBef>
                <a:spcPts val="1200"/>
              </a:spcBef>
              <a:spcAft>
                <a:spcPts val="0"/>
              </a:spcAft>
              <a:buSzPts val="1100"/>
              <a:buChar char="●"/>
            </a:pPr>
            <a:r>
              <a:rPr lang="en-GB"/>
              <a:t>Facilitating </a:t>
            </a:r>
            <a:r>
              <a:rPr b="1" lang="en-GB"/>
              <a:t>user interaction</a:t>
            </a:r>
            <a:r>
              <a:rPr lang="en-GB"/>
              <a:t>.</a:t>
            </a:r>
            <a:endParaRPr/>
          </a:p>
          <a:p>
            <a:pPr indent="-298450" lvl="0" marL="457200" rtl="0" algn="l">
              <a:spcBef>
                <a:spcPts val="0"/>
              </a:spcBef>
              <a:spcAft>
                <a:spcPts val="0"/>
              </a:spcAft>
              <a:buSzPts val="1100"/>
              <a:buChar char="●"/>
            </a:pPr>
            <a:r>
              <a:rPr lang="en-GB"/>
              <a:t>Visualizing </a:t>
            </a:r>
            <a:r>
              <a:rPr b="1" lang="en-GB"/>
              <a:t>data effectively</a:t>
            </a:r>
            <a:r>
              <a:rPr lang="en-GB"/>
              <a:t>.</a:t>
            </a:r>
            <a:endParaRPr/>
          </a:p>
          <a:p>
            <a:pPr indent="-298450" lvl="0" marL="457200" rtl="0" algn="l">
              <a:spcBef>
                <a:spcPts val="0"/>
              </a:spcBef>
              <a:spcAft>
                <a:spcPts val="0"/>
              </a:spcAft>
              <a:buSzPts val="1100"/>
              <a:buChar char="●"/>
            </a:pPr>
            <a:r>
              <a:rPr lang="en-GB"/>
              <a:t>Ensuring a </a:t>
            </a:r>
            <a:r>
              <a:rPr b="1" lang="en-GB"/>
              <a:t>responsive design</a:t>
            </a:r>
            <a:r>
              <a:rPr lang="en-GB"/>
              <a:t> for various devices.</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0" name="Shape 2260"/>
        <p:cNvGrpSpPr/>
        <p:nvPr/>
      </p:nvGrpSpPr>
      <p:grpSpPr>
        <a:xfrm>
          <a:off x="0" y="0"/>
          <a:ext cx="0" cy="0"/>
          <a:chOff x="0" y="0"/>
          <a:chExt cx="0" cy="0"/>
        </a:xfrm>
      </p:grpSpPr>
      <p:pic>
        <p:nvPicPr>
          <p:cNvPr id="2261" name="Google Shape;2261;p74"/>
          <p:cNvPicPr preferRelativeResize="0"/>
          <p:nvPr/>
        </p:nvPicPr>
        <p:blipFill>
          <a:blip r:embed="rId3">
            <a:alphaModFix/>
          </a:blip>
          <a:stretch>
            <a:fillRect/>
          </a:stretch>
        </p:blipFill>
        <p:spPr>
          <a:xfrm>
            <a:off x="4933400" y="727100"/>
            <a:ext cx="3990975" cy="2495550"/>
          </a:xfrm>
          <a:prstGeom prst="rect">
            <a:avLst/>
          </a:prstGeom>
          <a:noFill/>
          <a:ln>
            <a:noFill/>
          </a:ln>
        </p:spPr>
      </p:pic>
      <p:sp>
        <p:nvSpPr>
          <p:cNvPr id="2262" name="Google Shape;2262;p74"/>
          <p:cNvSpPr txBox="1"/>
          <p:nvPr>
            <p:ph type="title"/>
          </p:nvPr>
        </p:nvSpPr>
        <p:spPr>
          <a:xfrm>
            <a:off x="311700" y="480900"/>
            <a:ext cx="42969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Key Features: URL Input and Live Sentiment Analysis</a:t>
            </a:r>
            <a:endParaRPr/>
          </a:p>
        </p:txBody>
      </p:sp>
      <p:sp>
        <p:nvSpPr>
          <p:cNvPr id="2263" name="Google Shape;2263;p74"/>
          <p:cNvSpPr txBox="1"/>
          <p:nvPr>
            <p:ph idx="1" type="body"/>
          </p:nvPr>
        </p:nvSpPr>
        <p:spPr>
          <a:xfrm>
            <a:off x="311700" y="1486475"/>
            <a:ext cx="3921900" cy="30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SentimentIQ allows users to input URLs for analysis, enabling:</a:t>
            </a:r>
            <a:endParaRPr/>
          </a:p>
          <a:p>
            <a:pPr indent="-298450" lvl="0" marL="457200" rtl="0" algn="l">
              <a:spcBef>
                <a:spcPts val="1200"/>
              </a:spcBef>
              <a:spcAft>
                <a:spcPts val="0"/>
              </a:spcAft>
              <a:buSzPts val="1100"/>
              <a:buChar char="●"/>
            </a:pPr>
            <a:r>
              <a:rPr b="1" lang="en-GB"/>
              <a:t>Live sentiment analysis</a:t>
            </a:r>
            <a:r>
              <a:rPr lang="en-GB"/>
              <a:t>: Instant feedback on sentiment from the provided content.</a:t>
            </a:r>
            <a:endParaRPr/>
          </a:p>
          <a:p>
            <a:pPr indent="-298450" lvl="0" marL="457200" rtl="0" algn="l">
              <a:spcBef>
                <a:spcPts val="0"/>
              </a:spcBef>
              <a:spcAft>
                <a:spcPts val="0"/>
              </a:spcAft>
              <a:buSzPts val="1100"/>
              <a:buChar char="●"/>
            </a:pPr>
            <a:r>
              <a:rPr lang="en-GB"/>
              <a:t>Enhanced user engagement through interactive features.</a:t>
            </a:r>
            <a:endParaRPr/>
          </a:p>
          <a:p>
            <a:pPr indent="0" lvl="0" marL="0" rtl="0" algn="l">
              <a:spcBef>
                <a:spcPts val="1200"/>
              </a:spcBef>
              <a:spcAft>
                <a:spcPts val="1200"/>
              </a:spcAft>
              <a:buNone/>
            </a:pPr>
            <a:r>
              <a:t/>
            </a:r>
            <a:endParaRPr/>
          </a:p>
        </p:txBody>
      </p:sp>
      <p:pic>
        <p:nvPicPr>
          <p:cNvPr id="2264" name="Google Shape;2264;p74"/>
          <p:cNvPicPr preferRelativeResize="0"/>
          <p:nvPr/>
        </p:nvPicPr>
        <p:blipFill>
          <a:blip r:embed="rId4">
            <a:alphaModFix/>
          </a:blip>
          <a:stretch>
            <a:fillRect/>
          </a:stretch>
        </p:blipFill>
        <p:spPr>
          <a:xfrm>
            <a:off x="962013" y="2952750"/>
            <a:ext cx="8181975" cy="2190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8" name="Shape 2268"/>
        <p:cNvGrpSpPr/>
        <p:nvPr/>
      </p:nvGrpSpPr>
      <p:grpSpPr>
        <a:xfrm>
          <a:off x="0" y="0"/>
          <a:ext cx="0" cy="0"/>
          <a:chOff x="0" y="0"/>
          <a:chExt cx="0" cy="0"/>
        </a:xfrm>
      </p:grpSpPr>
      <p:sp>
        <p:nvSpPr>
          <p:cNvPr id="2269" name="Google Shape;2269;p75"/>
          <p:cNvSpPr txBox="1"/>
          <p:nvPr>
            <p:ph type="title"/>
          </p:nvPr>
        </p:nvSpPr>
        <p:spPr>
          <a:xfrm>
            <a:off x="311700" y="480900"/>
            <a:ext cx="42969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Data Visualization: Word Clouds</a:t>
            </a:r>
            <a:endParaRPr/>
          </a:p>
        </p:txBody>
      </p:sp>
      <p:pic>
        <p:nvPicPr>
          <p:cNvPr id="2270" name="Google Shape;2270;p75"/>
          <p:cNvPicPr preferRelativeResize="0"/>
          <p:nvPr>
            <p:ph idx="2" type="pic"/>
          </p:nvPr>
        </p:nvPicPr>
        <p:blipFill rotWithShape="1">
          <a:blip r:embed="rId3">
            <a:alphaModFix/>
          </a:blip>
          <a:srcRect b="0" l="396" r="386" t="0"/>
          <a:stretch/>
        </p:blipFill>
        <p:spPr>
          <a:xfrm>
            <a:off x="5066250" y="673775"/>
            <a:ext cx="3680100" cy="3709199"/>
          </a:xfrm>
          <a:prstGeom prst="rect">
            <a:avLst/>
          </a:prstGeom>
        </p:spPr>
      </p:pic>
      <p:sp>
        <p:nvSpPr>
          <p:cNvPr id="2271" name="Google Shape;2271;p75"/>
          <p:cNvSpPr txBox="1"/>
          <p:nvPr>
            <p:ph idx="1" type="body"/>
          </p:nvPr>
        </p:nvSpPr>
        <p:spPr>
          <a:xfrm>
            <a:off x="311700" y="1486475"/>
            <a:ext cx="3921900" cy="30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Word clouds are generated from word frequencies, offering visual insights into sentiment data. This method highlights:</a:t>
            </a:r>
            <a:endParaRPr/>
          </a:p>
          <a:p>
            <a:pPr indent="-298450" lvl="0" marL="457200" rtl="0" algn="l">
              <a:spcBef>
                <a:spcPts val="1200"/>
              </a:spcBef>
              <a:spcAft>
                <a:spcPts val="0"/>
              </a:spcAft>
              <a:buSzPts val="1100"/>
              <a:buChar char="●"/>
            </a:pPr>
            <a:r>
              <a:rPr lang="en-GB"/>
              <a:t>Commonly used words in positive, negative, and neutral contexts.</a:t>
            </a:r>
            <a:endParaRPr/>
          </a:p>
          <a:p>
            <a:pPr indent="-298450" lvl="0" marL="457200" rtl="0" algn="l">
              <a:spcBef>
                <a:spcPts val="0"/>
              </a:spcBef>
              <a:spcAft>
                <a:spcPts val="0"/>
              </a:spcAft>
              <a:buSzPts val="1100"/>
              <a:buChar char="●"/>
            </a:pPr>
            <a:r>
              <a:rPr lang="en-GB"/>
              <a:t>The overall sentiment landscape at a glance.</a:t>
            </a:r>
            <a:endParaRPr/>
          </a:p>
          <a:p>
            <a:pPr indent="0" lvl="0" marL="0" rtl="0" algn="l">
              <a:spcBef>
                <a:spcPts val="1200"/>
              </a:spcBef>
              <a:spcAft>
                <a:spcPts val="1200"/>
              </a:spcAft>
              <a:buNone/>
            </a:pPr>
            <a:r>
              <a:t/>
            </a:r>
            <a:endParaRPr/>
          </a:p>
        </p:txBody>
      </p:sp>
      <p:pic>
        <p:nvPicPr>
          <p:cNvPr id="2272" name="Google Shape;2272;p75"/>
          <p:cNvPicPr preferRelativeResize="0"/>
          <p:nvPr/>
        </p:nvPicPr>
        <p:blipFill>
          <a:blip r:embed="rId4">
            <a:alphaModFix/>
          </a:blip>
          <a:stretch>
            <a:fillRect/>
          </a:stretch>
        </p:blipFill>
        <p:spPr>
          <a:xfrm>
            <a:off x="5066250" y="673775"/>
            <a:ext cx="3680100" cy="3709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6" name="Shape 2276"/>
        <p:cNvGrpSpPr/>
        <p:nvPr/>
      </p:nvGrpSpPr>
      <p:grpSpPr>
        <a:xfrm>
          <a:off x="0" y="0"/>
          <a:ext cx="0" cy="0"/>
          <a:chOff x="0" y="0"/>
          <a:chExt cx="0" cy="0"/>
        </a:xfrm>
      </p:grpSpPr>
      <p:sp>
        <p:nvSpPr>
          <p:cNvPr id="2277" name="Google Shape;2277;p76"/>
          <p:cNvSpPr txBox="1"/>
          <p:nvPr>
            <p:ph type="title"/>
          </p:nvPr>
        </p:nvSpPr>
        <p:spPr>
          <a:xfrm>
            <a:off x="311700" y="480900"/>
            <a:ext cx="42969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Data Visualization: Pie Charts</a:t>
            </a:r>
            <a:endParaRPr/>
          </a:p>
        </p:txBody>
      </p:sp>
      <p:pic>
        <p:nvPicPr>
          <p:cNvPr id="2278" name="Google Shape;2278;p76"/>
          <p:cNvPicPr preferRelativeResize="0"/>
          <p:nvPr>
            <p:ph idx="2" type="pic"/>
          </p:nvPr>
        </p:nvPicPr>
        <p:blipFill rotWithShape="1">
          <a:blip r:embed="rId3">
            <a:alphaModFix/>
          </a:blip>
          <a:srcRect b="0" l="396" r="386" t="0"/>
          <a:stretch/>
        </p:blipFill>
        <p:spPr>
          <a:xfrm>
            <a:off x="5066250" y="673775"/>
            <a:ext cx="3680100" cy="3709199"/>
          </a:xfrm>
          <a:prstGeom prst="rect">
            <a:avLst/>
          </a:prstGeom>
        </p:spPr>
      </p:pic>
      <p:sp>
        <p:nvSpPr>
          <p:cNvPr id="2279" name="Google Shape;2279;p76"/>
          <p:cNvSpPr txBox="1"/>
          <p:nvPr>
            <p:ph idx="1" type="body"/>
          </p:nvPr>
        </p:nvSpPr>
        <p:spPr>
          <a:xfrm>
            <a:off x="311700" y="1486475"/>
            <a:ext cx="3921900" cy="30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Pie charts are utilized to represent the distribution of sentiments:</a:t>
            </a:r>
            <a:endParaRPr/>
          </a:p>
          <a:p>
            <a:pPr indent="-298450" lvl="0" marL="457200" rtl="0" algn="l">
              <a:spcBef>
                <a:spcPts val="1200"/>
              </a:spcBef>
              <a:spcAft>
                <a:spcPts val="0"/>
              </a:spcAft>
              <a:buSzPts val="1100"/>
              <a:buChar char="●"/>
            </a:pPr>
            <a:r>
              <a:rPr b="1" lang="en-GB"/>
              <a:t>Positive</a:t>
            </a:r>
            <a:r>
              <a:rPr lang="en-GB"/>
              <a:t>: Indicates favorable sentiment.</a:t>
            </a:r>
            <a:endParaRPr/>
          </a:p>
          <a:p>
            <a:pPr indent="-298450" lvl="0" marL="457200" rtl="0" algn="l">
              <a:spcBef>
                <a:spcPts val="0"/>
              </a:spcBef>
              <a:spcAft>
                <a:spcPts val="0"/>
              </a:spcAft>
              <a:buSzPts val="1100"/>
              <a:buChar char="●"/>
            </a:pPr>
            <a:r>
              <a:rPr b="1" lang="en-GB"/>
              <a:t>Negative</a:t>
            </a:r>
            <a:r>
              <a:rPr lang="en-GB"/>
              <a:t>: Reflects unfavorable sentiment.</a:t>
            </a:r>
            <a:endParaRPr/>
          </a:p>
          <a:p>
            <a:pPr indent="-298450" lvl="0" marL="457200" rtl="0" algn="l">
              <a:spcBef>
                <a:spcPts val="0"/>
              </a:spcBef>
              <a:spcAft>
                <a:spcPts val="0"/>
              </a:spcAft>
              <a:buSzPts val="1100"/>
              <a:buChar char="●"/>
            </a:pPr>
            <a:r>
              <a:rPr b="1" lang="en-GB"/>
              <a:t>Neutral</a:t>
            </a:r>
            <a:r>
              <a:rPr lang="en-GB"/>
              <a:t>: Shows content with no strong sentiment.</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3" name="Shape 2283"/>
        <p:cNvGrpSpPr/>
        <p:nvPr/>
      </p:nvGrpSpPr>
      <p:grpSpPr>
        <a:xfrm>
          <a:off x="0" y="0"/>
          <a:ext cx="0" cy="0"/>
          <a:chOff x="0" y="0"/>
          <a:chExt cx="0" cy="0"/>
        </a:xfrm>
      </p:grpSpPr>
      <p:sp>
        <p:nvSpPr>
          <p:cNvPr id="2284" name="Google Shape;2284;p77"/>
          <p:cNvSpPr txBox="1"/>
          <p:nvPr>
            <p:ph type="title"/>
          </p:nvPr>
        </p:nvSpPr>
        <p:spPr>
          <a:xfrm>
            <a:off x="311700" y="480900"/>
            <a:ext cx="42969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Data Presentation: Tables of Individual Posts</a:t>
            </a:r>
            <a:endParaRPr/>
          </a:p>
        </p:txBody>
      </p:sp>
      <p:pic>
        <p:nvPicPr>
          <p:cNvPr id="2285" name="Google Shape;2285;p77"/>
          <p:cNvPicPr preferRelativeResize="0"/>
          <p:nvPr>
            <p:ph idx="2" type="pic"/>
          </p:nvPr>
        </p:nvPicPr>
        <p:blipFill rotWithShape="1">
          <a:blip r:embed="rId3">
            <a:alphaModFix/>
          </a:blip>
          <a:srcRect b="0" l="396" r="386" t="0"/>
          <a:stretch/>
        </p:blipFill>
        <p:spPr>
          <a:xfrm>
            <a:off x="5066250" y="673775"/>
            <a:ext cx="3680100" cy="3709199"/>
          </a:xfrm>
          <a:prstGeom prst="rect">
            <a:avLst/>
          </a:prstGeom>
        </p:spPr>
      </p:pic>
      <p:sp>
        <p:nvSpPr>
          <p:cNvPr id="2286" name="Google Shape;2286;p77"/>
          <p:cNvSpPr txBox="1"/>
          <p:nvPr>
            <p:ph idx="1" type="body"/>
          </p:nvPr>
        </p:nvSpPr>
        <p:spPr>
          <a:xfrm>
            <a:off x="311700" y="1486475"/>
            <a:ext cx="3921900" cy="30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SentimentIQ presents tables displaying individual posts, which include:</a:t>
            </a:r>
            <a:endParaRPr/>
          </a:p>
          <a:p>
            <a:pPr indent="-298450" lvl="0" marL="457200" rtl="0" algn="l">
              <a:spcBef>
                <a:spcPts val="1200"/>
              </a:spcBef>
              <a:spcAft>
                <a:spcPts val="0"/>
              </a:spcAft>
              <a:buSzPts val="1100"/>
              <a:buChar char="●"/>
            </a:pPr>
            <a:r>
              <a:rPr b="1" lang="en-GB"/>
              <a:t>Sentiment scores</a:t>
            </a:r>
            <a:r>
              <a:rPr lang="en-GB"/>
              <a:t>: Quantitative assessment of sentiment.</a:t>
            </a:r>
            <a:endParaRPr/>
          </a:p>
          <a:p>
            <a:pPr indent="-298450" lvl="0" marL="457200" rtl="0" algn="l">
              <a:spcBef>
                <a:spcPts val="0"/>
              </a:spcBef>
              <a:spcAft>
                <a:spcPts val="0"/>
              </a:spcAft>
              <a:buSzPts val="1100"/>
              <a:buChar char="●"/>
            </a:pPr>
            <a:r>
              <a:rPr b="1" lang="en-GB"/>
              <a:t>Top phrases</a:t>
            </a:r>
            <a:r>
              <a:rPr lang="en-GB"/>
              <a:t>: Key phrases associated with each post.</a:t>
            </a:r>
            <a:endParaRPr/>
          </a:p>
          <a:p>
            <a:pPr indent="-298450" lvl="0" marL="457200" rtl="0" algn="l">
              <a:spcBef>
                <a:spcPts val="0"/>
              </a:spcBef>
              <a:spcAft>
                <a:spcPts val="0"/>
              </a:spcAft>
              <a:buSzPts val="1100"/>
              <a:buChar char="●"/>
            </a:pPr>
            <a:r>
              <a:rPr b="1" lang="en-GB"/>
              <a:t>Summaries</a:t>
            </a:r>
            <a:r>
              <a:rPr lang="en-GB"/>
              <a:t>: Concise overviews for quick understanding.</a:t>
            </a:r>
            <a:endParaRPr/>
          </a:p>
          <a:p>
            <a:pPr indent="0" lvl="0" marL="0" rtl="0" algn="l">
              <a:spcBef>
                <a:spcPts val="1200"/>
              </a:spcBef>
              <a:spcAft>
                <a:spcPts val="1200"/>
              </a:spcAft>
              <a:buNone/>
            </a:pPr>
            <a:r>
              <a:t/>
            </a:r>
            <a:endParaRPr/>
          </a:p>
        </p:txBody>
      </p:sp>
      <p:pic>
        <p:nvPicPr>
          <p:cNvPr id="2287" name="Google Shape;2287;p77"/>
          <p:cNvPicPr preferRelativeResize="0"/>
          <p:nvPr/>
        </p:nvPicPr>
        <p:blipFill>
          <a:blip r:embed="rId4">
            <a:alphaModFix/>
          </a:blip>
          <a:stretch>
            <a:fillRect/>
          </a:stretch>
        </p:blipFill>
        <p:spPr>
          <a:xfrm>
            <a:off x="5066250" y="703575"/>
            <a:ext cx="3755275" cy="3649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1" name="Shape 2291"/>
        <p:cNvGrpSpPr/>
        <p:nvPr/>
      </p:nvGrpSpPr>
      <p:grpSpPr>
        <a:xfrm>
          <a:off x="0" y="0"/>
          <a:ext cx="0" cy="0"/>
          <a:chOff x="0" y="0"/>
          <a:chExt cx="0" cy="0"/>
        </a:xfrm>
      </p:grpSpPr>
      <p:sp>
        <p:nvSpPr>
          <p:cNvPr id="2292" name="Google Shape;2292;p78"/>
          <p:cNvSpPr txBox="1"/>
          <p:nvPr>
            <p:ph type="title"/>
          </p:nvPr>
        </p:nvSpPr>
        <p:spPr>
          <a:xfrm>
            <a:off x="311700" y="480900"/>
            <a:ext cx="42969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Local Storage for History Access</a:t>
            </a:r>
            <a:endParaRPr/>
          </a:p>
        </p:txBody>
      </p:sp>
      <p:pic>
        <p:nvPicPr>
          <p:cNvPr id="2293" name="Google Shape;2293;p78"/>
          <p:cNvPicPr preferRelativeResize="0"/>
          <p:nvPr>
            <p:ph idx="2" type="pic"/>
          </p:nvPr>
        </p:nvPicPr>
        <p:blipFill rotWithShape="1">
          <a:blip r:embed="rId3">
            <a:alphaModFix/>
          </a:blip>
          <a:srcRect b="0" l="396" r="386" t="0"/>
          <a:stretch/>
        </p:blipFill>
        <p:spPr>
          <a:xfrm>
            <a:off x="5066250" y="673775"/>
            <a:ext cx="3680100" cy="3709199"/>
          </a:xfrm>
          <a:prstGeom prst="rect">
            <a:avLst/>
          </a:prstGeom>
        </p:spPr>
      </p:pic>
      <p:sp>
        <p:nvSpPr>
          <p:cNvPr id="2294" name="Google Shape;2294;p78"/>
          <p:cNvSpPr txBox="1"/>
          <p:nvPr>
            <p:ph idx="1" type="body"/>
          </p:nvPr>
        </p:nvSpPr>
        <p:spPr>
          <a:xfrm>
            <a:off x="311700" y="1486475"/>
            <a:ext cx="3921900" cy="30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Users can store and access their analysis history through local storage. This feature allows for:</a:t>
            </a:r>
            <a:endParaRPr/>
          </a:p>
          <a:p>
            <a:pPr indent="-298450" lvl="0" marL="457200" rtl="0" algn="l">
              <a:spcBef>
                <a:spcPts val="1200"/>
              </a:spcBef>
              <a:spcAft>
                <a:spcPts val="0"/>
              </a:spcAft>
              <a:buSzPts val="1100"/>
              <a:buChar char="●"/>
            </a:pPr>
            <a:r>
              <a:rPr lang="en-GB"/>
              <a:t>Convenient retrieval of past analyses.</a:t>
            </a:r>
            <a:endParaRPr/>
          </a:p>
          <a:p>
            <a:pPr indent="-298450" lvl="0" marL="457200" rtl="0" algn="l">
              <a:spcBef>
                <a:spcPts val="0"/>
              </a:spcBef>
              <a:spcAft>
                <a:spcPts val="0"/>
              </a:spcAft>
              <a:buSzPts val="1100"/>
              <a:buChar char="●"/>
            </a:pPr>
            <a:r>
              <a:rPr lang="en-GB"/>
              <a:t>Enhanced user experience by reducing repetitive tasks.</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8" name="Shape 2298"/>
        <p:cNvGrpSpPr/>
        <p:nvPr/>
      </p:nvGrpSpPr>
      <p:grpSpPr>
        <a:xfrm>
          <a:off x="0" y="0"/>
          <a:ext cx="0" cy="0"/>
          <a:chOff x="0" y="0"/>
          <a:chExt cx="0" cy="0"/>
        </a:xfrm>
      </p:grpSpPr>
      <p:sp>
        <p:nvSpPr>
          <p:cNvPr id="2299" name="Google Shape;2299;p79"/>
          <p:cNvSpPr txBox="1"/>
          <p:nvPr>
            <p:ph type="title"/>
          </p:nvPr>
        </p:nvSpPr>
        <p:spPr>
          <a:xfrm>
            <a:off x="4564525" y="617563"/>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Data Flow Between Frontend and Backend</a:t>
            </a:r>
            <a:endParaRPr/>
          </a:p>
        </p:txBody>
      </p:sp>
      <p:pic>
        <p:nvPicPr>
          <p:cNvPr id="2300" name="Google Shape;2300;p79"/>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sp>
        <p:nvSpPr>
          <p:cNvPr id="2301" name="Google Shape;2301;p79"/>
          <p:cNvSpPr txBox="1"/>
          <p:nvPr>
            <p:ph idx="1" type="body"/>
          </p:nvPr>
        </p:nvSpPr>
        <p:spPr>
          <a:xfrm>
            <a:off x="4564525" y="1363188"/>
            <a:ext cx="4267800" cy="33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data flow between the frontend and backend is crucial for seamless operation:</a:t>
            </a:r>
            <a:endParaRPr/>
          </a:p>
          <a:p>
            <a:pPr indent="-298450" lvl="0" marL="457200" rtl="0" algn="l">
              <a:spcBef>
                <a:spcPts val="1200"/>
              </a:spcBef>
              <a:spcAft>
                <a:spcPts val="0"/>
              </a:spcAft>
              <a:buSzPts val="1100"/>
              <a:buChar char="●"/>
            </a:pPr>
            <a:r>
              <a:rPr lang="en-GB"/>
              <a:t>User inputs are sent to the backend for processing.</a:t>
            </a:r>
            <a:endParaRPr/>
          </a:p>
          <a:p>
            <a:pPr indent="-298450" lvl="0" marL="457200" rtl="0" algn="l">
              <a:spcBef>
                <a:spcPts val="0"/>
              </a:spcBef>
              <a:spcAft>
                <a:spcPts val="0"/>
              </a:spcAft>
              <a:buSzPts val="1100"/>
              <a:buChar char="●"/>
            </a:pPr>
            <a:r>
              <a:rPr lang="en-GB"/>
              <a:t>Processed data is returned to the frontend for visualization and interaction.</a:t>
            </a:r>
            <a:endParaRPr/>
          </a:p>
          <a:p>
            <a:pPr indent="-298450" lvl="0" marL="457200" rtl="0" algn="l">
              <a:spcBef>
                <a:spcPts val="0"/>
              </a:spcBef>
              <a:spcAft>
                <a:spcPts val="0"/>
              </a:spcAft>
              <a:buSzPts val="1100"/>
              <a:buChar char="●"/>
            </a:pPr>
            <a:r>
              <a:rPr lang="en-GB"/>
              <a:t>This interaction ensures real-time updates and responsiveness.</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5" name="Shape 2305"/>
        <p:cNvGrpSpPr/>
        <p:nvPr/>
      </p:nvGrpSpPr>
      <p:grpSpPr>
        <a:xfrm>
          <a:off x="0" y="0"/>
          <a:ext cx="0" cy="0"/>
          <a:chOff x="0" y="0"/>
          <a:chExt cx="0" cy="0"/>
        </a:xfrm>
      </p:grpSpPr>
      <p:sp>
        <p:nvSpPr>
          <p:cNvPr id="2306" name="Google Shape;2306;p80"/>
          <p:cNvSpPr txBox="1"/>
          <p:nvPr>
            <p:ph type="title"/>
          </p:nvPr>
        </p:nvSpPr>
        <p:spPr>
          <a:xfrm>
            <a:off x="4564525" y="617563"/>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NLP Preprocessing Techniques</a:t>
            </a:r>
            <a:endParaRPr/>
          </a:p>
        </p:txBody>
      </p:sp>
      <p:pic>
        <p:nvPicPr>
          <p:cNvPr id="2307" name="Google Shape;2307;p80"/>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sp>
        <p:nvSpPr>
          <p:cNvPr id="2308" name="Google Shape;2308;p80"/>
          <p:cNvSpPr txBox="1"/>
          <p:nvPr>
            <p:ph idx="1" type="body"/>
          </p:nvPr>
        </p:nvSpPr>
        <p:spPr>
          <a:xfrm>
            <a:off x="4564525" y="1363188"/>
            <a:ext cx="4267800" cy="33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Natural Language Processing (NLP) preprocessing techniques are employed to prepare data for sentiment scoring:</a:t>
            </a:r>
            <a:endParaRPr/>
          </a:p>
          <a:p>
            <a:pPr indent="-298450" lvl="0" marL="457200" rtl="0" algn="l">
              <a:spcBef>
                <a:spcPts val="1200"/>
              </a:spcBef>
              <a:spcAft>
                <a:spcPts val="0"/>
              </a:spcAft>
              <a:buSzPts val="1100"/>
              <a:buChar char="●"/>
            </a:pPr>
            <a:r>
              <a:rPr b="1" lang="en-GB"/>
              <a:t>Tokenization</a:t>
            </a:r>
            <a:r>
              <a:rPr lang="en-GB"/>
              <a:t>: Breaking text into individual words or phrases.</a:t>
            </a:r>
            <a:endParaRPr/>
          </a:p>
          <a:p>
            <a:pPr indent="-298450" lvl="0" marL="457200" rtl="0" algn="l">
              <a:spcBef>
                <a:spcPts val="0"/>
              </a:spcBef>
              <a:spcAft>
                <a:spcPts val="0"/>
              </a:spcAft>
              <a:buSzPts val="1100"/>
              <a:buChar char="●"/>
            </a:pPr>
            <a:r>
              <a:rPr b="1" lang="en-GB"/>
              <a:t>Stopword removal</a:t>
            </a:r>
            <a:r>
              <a:rPr lang="en-GB"/>
              <a:t>: Eliminating common words that do not contribute to sentiment.</a:t>
            </a:r>
            <a:endParaRPr/>
          </a:p>
          <a:p>
            <a:pPr indent="-298450" lvl="0" marL="457200" rtl="0" algn="l">
              <a:spcBef>
                <a:spcPts val="0"/>
              </a:spcBef>
              <a:spcAft>
                <a:spcPts val="0"/>
              </a:spcAft>
              <a:buSzPts val="1100"/>
              <a:buChar char="●"/>
            </a:pPr>
            <a:r>
              <a:rPr b="1" lang="en-GB"/>
              <a:t>Stemming and lemmatization</a:t>
            </a:r>
            <a:r>
              <a:rPr lang="en-GB"/>
              <a:t>: Reducing words to their base forms for accurate analysis.</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2" name="Shape 2312"/>
        <p:cNvGrpSpPr/>
        <p:nvPr/>
      </p:nvGrpSpPr>
      <p:grpSpPr>
        <a:xfrm>
          <a:off x="0" y="0"/>
          <a:ext cx="0" cy="0"/>
          <a:chOff x="0" y="0"/>
          <a:chExt cx="0" cy="0"/>
        </a:xfrm>
      </p:grpSpPr>
      <p:sp>
        <p:nvSpPr>
          <p:cNvPr id="2313" name="Google Shape;2313;p81"/>
          <p:cNvSpPr txBox="1"/>
          <p:nvPr>
            <p:ph type="title"/>
          </p:nvPr>
        </p:nvSpPr>
        <p:spPr>
          <a:xfrm>
            <a:off x="4564525" y="617563"/>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Sentiment Scoring Methodology</a:t>
            </a:r>
            <a:endParaRPr/>
          </a:p>
        </p:txBody>
      </p:sp>
      <p:pic>
        <p:nvPicPr>
          <p:cNvPr id="2314" name="Google Shape;2314;p81"/>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sp>
        <p:nvSpPr>
          <p:cNvPr id="2315" name="Google Shape;2315;p81"/>
          <p:cNvSpPr txBox="1"/>
          <p:nvPr>
            <p:ph idx="1" type="body"/>
          </p:nvPr>
        </p:nvSpPr>
        <p:spPr>
          <a:xfrm>
            <a:off x="4564525" y="1363188"/>
            <a:ext cx="4267800" cy="33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sentiment scoring methodology involves:</a:t>
            </a:r>
            <a:endParaRPr/>
          </a:p>
          <a:p>
            <a:pPr indent="-298450" lvl="0" marL="457200" rtl="0" algn="l">
              <a:spcBef>
                <a:spcPts val="1200"/>
              </a:spcBef>
              <a:spcAft>
                <a:spcPts val="0"/>
              </a:spcAft>
              <a:buSzPts val="1100"/>
              <a:buChar char="●"/>
            </a:pPr>
            <a:r>
              <a:rPr lang="en-GB"/>
              <a:t>Utilizing algorithms to assess sentiment based on predefined metrics.</a:t>
            </a:r>
            <a:endParaRPr/>
          </a:p>
          <a:p>
            <a:pPr indent="-298450" lvl="0" marL="457200" rtl="0" algn="l">
              <a:spcBef>
                <a:spcPts val="0"/>
              </a:spcBef>
              <a:spcAft>
                <a:spcPts val="0"/>
              </a:spcAft>
              <a:buSzPts val="1100"/>
              <a:buChar char="●"/>
            </a:pPr>
            <a:r>
              <a:rPr lang="en-GB"/>
              <a:t>Analyzing the context and emotional tone of the content.</a:t>
            </a:r>
            <a:endParaRPr/>
          </a:p>
          <a:p>
            <a:pPr indent="-298450" lvl="0" marL="457200" rtl="0" algn="l">
              <a:spcBef>
                <a:spcPts val="0"/>
              </a:spcBef>
              <a:spcAft>
                <a:spcPts val="0"/>
              </a:spcAft>
              <a:buSzPts val="1100"/>
              <a:buChar char="●"/>
            </a:pPr>
            <a:r>
              <a:rPr lang="en-GB"/>
              <a:t>Providing a comprehensive sentiment score for each piece of content.</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9" name="Shape 2319"/>
        <p:cNvGrpSpPr/>
        <p:nvPr/>
      </p:nvGrpSpPr>
      <p:grpSpPr>
        <a:xfrm>
          <a:off x="0" y="0"/>
          <a:ext cx="0" cy="0"/>
          <a:chOff x="0" y="0"/>
          <a:chExt cx="0" cy="0"/>
        </a:xfrm>
      </p:grpSpPr>
      <p:sp>
        <p:nvSpPr>
          <p:cNvPr id="2320" name="Google Shape;2320;p82"/>
          <p:cNvSpPr txBox="1"/>
          <p:nvPr>
            <p:ph type="title"/>
          </p:nvPr>
        </p:nvSpPr>
        <p:spPr>
          <a:xfrm>
            <a:off x="311700" y="480900"/>
            <a:ext cx="42969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Visualization Dashboards</a:t>
            </a:r>
            <a:endParaRPr/>
          </a:p>
        </p:txBody>
      </p:sp>
      <p:pic>
        <p:nvPicPr>
          <p:cNvPr id="2321" name="Google Shape;2321;p82"/>
          <p:cNvPicPr preferRelativeResize="0"/>
          <p:nvPr>
            <p:ph idx="2" type="pic"/>
          </p:nvPr>
        </p:nvPicPr>
        <p:blipFill rotWithShape="1">
          <a:blip r:embed="rId3">
            <a:alphaModFix/>
          </a:blip>
          <a:srcRect b="0" l="396" r="386" t="0"/>
          <a:stretch/>
        </p:blipFill>
        <p:spPr>
          <a:xfrm>
            <a:off x="5066250" y="673775"/>
            <a:ext cx="3680100" cy="3709199"/>
          </a:xfrm>
          <a:prstGeom prst="rect">
            <a:avLst/>
          </a:prstGeom>
        </p:spPr>
      </p:pic>
      <p:sp>
        <p:nvSpPr>
          <p:cNvPr id="2322" name="Google Shape;2322;p82"/>
          <p:cNvSpPr txBox="1"/>
          <p:nvPr>
            <p:ph idx="1" type="body"/>
          </p:nvPr>
        </p:nvSpPr>
        <p:spPr>
          <a:xfrm>
            <a:off x="311700" y="1486475"/>
            <a:ext cx="3921900" cy="30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SentimentIQ features visualization dashboards that present analysis results in an engaging manner. These dashboards inclu- de:</a:t>
            </a:r>
            <a:endParaRPr/>
          </a:p>
          <a:p>
            <a:pPr indent="-298450" lvl="0" marL="457200" rtl="0" algn="l">
              <a:spcBef>
                <a:spcPts val="1200"/>
              </a:spcBef>
              <a:spcAft>
                <a:spcPts val="0"/>
              </a:spcAft>
              <a:buSzPts val="1100"/>
              <a:buChar char="●"/>
            </a:pPr>
            <a:r>
              <a:rPr lang="en-GB"/>
              <a:t>Interactive charts and graphs.</a:t>
            </a:r>
            <a:endParaRPr/>
          </a:p>
          <a:p>
            <a:pPr indent="-298450" lvl="0" marL="457200" rtl="0" algn="l">
              <a:spcBef>
                <a:spcPts val="0"/>
              </a:spcBef>
              <a:spcAft>
                <a:spcPts val="0"/>
              </a:spcAft>
              <a:buSzPts val="1100"/>
              <a:buChar char="●"/>
            </a:pPr>
            <a:r>
              <a:rPr lang="en-GB"/>
              <a:t>Real-time updates reflecting user inputs.</a:t>
            </a:r>
            <a:endParaRPr/>
          </a:p>
          <a:p>
            <a:pPr indent="-298450" lvl="0" marL="457200" rtl="0" algn="l">
              <a:spcBef>
                <a:spcPts val="0"/>
              </a:spcBef>
              <a:spcAft>
                <a:spcPts val="0"/>
              </a:spcAft>
              <a:buSzPts val="1100"/>
              <a:buChar char="●"/>
            </a:pPr>
            <a:r>
              <a:rPr lang="en-GB"/>
              <a:t>Comprehensive insights into sentiment trends.</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6" name="Shape 2326"/>
        <p:cNvGrpSpPr/>
        <p:nvPr/>
      </p:nvGrpSpPr>
      <p:grpSpPr>
        <a:xfrm>
          <a:off x="0" y="0"/>
          <a:ext cx="0" cy="0"/>
          <a:chOff x="0" y="0"/>
          <a:chExt cx="0" cy="0"/>
        </a:xfrm>
      </p:grpSpPr>
      <p:sp>
        <p:nvSpPr>
          <p:cNvPr id="2327" name="Google Shape;2327;p83"/>
          <p:cNvSpPr txBox="1"/>
          <p:nvPr>
            <p:ph type="title"/>
          </p:nvPr>
        </p:nvSpPr>
        <p:spPr>
          <a:xfrm>
            <a:off x="4564525" y="617563"/>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User Interaction Flow</a:t>
            </a:r>
            <a:endParaRPr/>
          </a:p>
        </p:txBody>
      </p:sp>
      <p:pic>
        <p:nvPicPr>
          <p:cNvPr id="2328" name="Google Shape;2328;p83"/>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sp>
        <p:nvSpPr>
          <p:cNvPr id="2329" name="Google Shape;2329;p83"/>
          <p:cNvSpPr txBox="1"/>
          <p:nvPr>
            <p:ph idx="1" type="body"/>
          </p:nvPr>
        </p:nvSpPr>
        <p:spPr>
          <a:xfrm>
            <a:off x="4564525" y="1363188"/>
            <a:ext cx="4267800" cy="33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user interaction flow is designed for ease of use:</a:t>
            </a:r>
            <a:endParaRPr/>
          </a:p>
          <a:p>
            <a:pPr indent="-298450" lvl="0" marL="457200" rtl="0" algn="l">
              <a:spcBef>
                <a:spcPts val="1200"/>
              </a:spcBef>
              <a:spcAft>
                <a:spcPts val="0"/>
              </a:spcAft>
              <a:buSzPts val="1100"/>
              <a:buChar char="●"/>
            </a:pPr>
            <a:r>
              <a:rPr lang="en-GB"/>
              <a:t>Users input URLs and initiate analysis.</a:t>
            </a:r>
            <a:endParaRPr/>
          </a:p>
          <a:p>
            <a:pPr indent="-298450" lvl="0" marL="457200" rtl="0" algn="l">
              <a:spcBef>
                <a:spcPts val="0"/>
              </a:spcBef>
              <a:spcAft>
                <a:spcPts val="0"/>
              </a:spcAft>
              <a:buSzPts val="1100"/>
              <a:buChar char="●"/>
            </a:pPr>
            <a:r>
              <a:rPr lang="en-GB"/>
              <a:t>Results are displayed through visualizations and tables.</a:t>
            </a:r>
            <a:endParaRPr/>
          </a:p>
          <a:p>
            <a:pPr indent="-298450" lvl="0" marL="457200" rtl="0" algn="l">
              <a:spcBef>
                <a:spcPts val="0"/>
              </a:spcBef>
              <a:spcAft>
                <a:spcPts val="0"/>
              </a:spcAft>
              <a:buSzPts val="1100"/>
              <a:buChar char="●"/>
            </a:pPr>
            <a:r>
              <a:rPr lang="en-GB"/>
              <a:t>Users can navigate through features seamlessly, enhancing their experience.</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3" name="Shape 2333"/>
        <p:cNvGrpSpPr/>
        <p:nvPr/>
      </p:nvGrpSpPr>
      <p:grpSpPr>
        <a:xfrm>
          <a:off x="0" y="0"/>
          <a:ext cx="0" cy="0"/>
          <a:chOff x="0" y="0"/>
          <a:chExt cx="0" cy="0"/>
        </a:xfrm>
      </p:grpSpPr>
      <p:sp>
        <p:nvSpPr>
          <p:cNvPr id="2334" name="Google Shape;2334;p84"/>
          <p:cNvSpPr txBox="1"/>
          <p:nvPr>
            <p:ph type="title"/>
          </p:nvPr>
        </p:nvSpPr>
        <p:spPr>
          <a:xfrm>
            <a:off x="4564500" y="445025"/>
            <a:ext cx="4267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Conclusion: The Future of Sentiment Analysis</a:t>
            </a:r>
            <a:endParaRPr/>
          </a:p>
        </p:txBody>
      </p:sp>
      <p:sp>
        <p:nvSpPr>
          <p:cNvPr id="2335" name="Google Shape;2335;p84"/>
          <p:cNvSpPr txBox="1"/>
          <p:nvPr>
            <p:ph idx="1" type="body"/>
          </p:nvPr>
        </p:nvSpPr>
        <p:spPr>
          <a:xfrm>
            <a:off x="4564525" y="1311700"/>
            <a:ext cx="4267800" cy="324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future of sentiment analysis is promising, with platforms like SentimentIQ leading the way. As technology advances, the potential for deeper insights and more accurate sentiment assessments will grow, making sentiment analysis an invaluable tool in various fields.</a:t>
            </a:r>
            <a:endParaRPr/>
          </a:p>
          <a:p>
            <a:pPr indent="0" lvl="0" marL="0" rtl="0" algn="l">
              <a:spcBef>
                <a:spcPts val="1200"/>
              </a:spcBef>
              <a:spcAft>
                <a:spcPts val="1200"/>
              </a:spcAft>
              <a:buNone/>
            </a:pPr>
            <a:r>
              <a:t/>
            </a:r>
            <a:endParaRPr/>
          </a:p>
        </p:txBody>
      </p:sp>
      <p:pic>
        <p:nvPicPr>
          <p:cNvPr id="2336" name="Google Shape;2336;p84"/>
          <p:cNvPicPr preferRelativeResize="0"/>
          <p:nvPr>
            <p:ph idx="2" type="pic"/>
          </p:nvPr>
        </p:nvPicPr>
        <p:blipFill rotWithShape="1">
          <a:blip r:embed="rId3">
            <a:alphaModFix/>
          </a:blip>
          <a:srcRect b="0" l="396" r="386" t="0"/>
          <a:stretch/>
        </p:blipFill>
        <p:spPr>
          <a:xfrm>
            <a:off x="311700" y="673775"/>
            <a:ext cx="3680100" cy="3709199"/>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bula Noir">
  <a:themeElements>
    <a:clrScheme name="Simple Light">
      <a:dk1>
        <a:srgbClr val="000000"/>
      </a:dk1>
      <a:lt1>
        <a:srgbClr val="FFFFFF"/>
      </a:lt1>
      <a:dk2>
        <a:srgbClr val="595959"/>
      </a:dk2>
      <a:lt2>
        <a:srgbClr val="EEEEEE"/>
      </a:lt2>
      <a:accent1>
        <a:srgbClr val="5660F5"/>
      </a:accent1>
      <a:accent2>
        <a:srgbClr val="FFBF5B"/>
      </a:accent2>
      <a:accent3>
        <a:srgbClr val="FF9E97"/>
      </a:accent3>
      <a:accent4>
        <a:srgbClr val="0A0375"/>
      </a:accent4>
      <a:accent5>
        <a:srgbClr val="F1F3FF"/>
      </a:accent5>
      <a:accent6>
        <a:srgbClr val="FD7BE6"/>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